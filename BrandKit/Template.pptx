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15" r:id="rId5"/>
    <p:sldMasterId id="2147483748" r:id="rId6"/>
    <p:sldMasterId id="2147483781" r:id="rId7"/>
    <p:sldMasterId id="2147483814" r:id="rId8"/>
    <p:sldMasterId id="2147483847" r:id="rId9"/>
  </p:sldMasterIdLst>
  <p:notesMasterIdLst>
    <p:notesMasterId r:id="rId19"/>
  </p:notesMasterIdLst>
  <p:handoutMasterIdLst>
    <p:handoutMasterId r:id="rId20"/>
  </p:handoutMasterIdLst>
  <p:sldIdLst>
    <p:sldId id="2147481383" r:id="rId10"/>
    <p:sldId id="2147481388" r:id="rId11"/>
    <p:sldId id="2147481386" r:id="rId12"/>
    <p:sldId id="2147481387" r:id="rId13"/>
    <p:sldId id="2147481389" r:id="rId14"/>
    <p:sldId id="2147481390" r:id="rId15"/>
    <p:sldId id="2147481384" r:id="rId16"/>
    <p:sldId id="2147481391" r:id="rId17"/>
    <p:sldId id="214748139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3" pos="408" userDrawn="1">
          <p15:clr>
            <a:srgbClr val="A4A3A4"/>
          </p15:clr>
        </p15:guide>
        <p15:guide id="1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6B771A-1B42-08E1-0841-81F88811E1C0}" name="Santos, Roela" initials="SR" userId="S::roela.santos@amentum.com::4af26a2a-4e8a-4061-b757-dc9a29149730" providerId="AD"/>
  <p188:author id="{C6DA9380-792E-BFE3-7B03-5A76BA17D557}" name="Tan, Donna" initials="DT" userId="S::Donna.Tan@amentum.com::9b9ef1ea-9a7d-4d0a-afb1-f1c7090e013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3575A"/>
    <a:srgbClr val="ED1C24"/>
    <a:srgbClr val="046A38"/>
    <a:srgbClr val="EEF0F1"/>
    <a:srgbClr val="39B54A"/>
    <a:srgbClr val="F26621"/>
    <a:srgbClr val="804099"/>
    <a:srgbClr val="FFDE17"/>
    <a:srgbClr val="1E2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3"/>
  </p:normalViewPr>
  <p:slideViewPr>
    <p:cSldViewPr snapToGrid="0">
      <p:cViewPr>
        <p:scale>
          <a:sx n="66" d="100"/>
          <a:sy n="66" d="100"/>
        </p:scale>
        <p:origin x="293" y="-206"/>
      </p:cViewPr>
      <p:guideLst>
        <p:guide pos="408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theme" Target="theme/theme1.xml"/><Relationship Id="rId10" Type="http://schemas.openxmlformats.org/officeDocument/2006/relationships/slide" Target="slides/slide1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aseline="0"/>
              <a:t>Pie Chart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6350"/>
          </c:spPr>
          <c:dPt>
            <c:idx val="0"/>
            <c:bubble3D val="0"/>
            <c:spPr>
              <a:solidFill>
                <a:schemeClr val="accent1"/>
              </a:solidFill>
              <a:ln w="63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8A9-6240-A633-C7F9B57F483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63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8A9-6240-A633-C7F9B57F483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63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8A9-6240-A633-C7F9B57F483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63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8A9-6240-A633-C7F9B57F4830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8A9-6240-A633-C7F9B57F48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3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aseline="0"/>
              <a:t>Bar Chart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3E-4F4B-9DEA-C67D853EB0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3E-4F4B-9DEA-C67D853EB0C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3E-4F4B-9DEA-C67D853EB0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9275040"/>
        <c:axId val="219281760"/>
      </c:barChart>
      <c:catAx>
        <c:axId val="219275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9281760"/>
        <c:crosses val="autoZero"/>
        <c:auto val="1"/>
        <c:lblAlgn val="ctr"/>
        <c:lblOffset val="100"/>
        <c:noMultiLvlLbl val="0"/>
      </c:catAx>
      <c:valAx>
        <c:axId val="219281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2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9275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2300A5-D1F1-45AA-A0D9-5D3B2D06AE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02721-9D9F-4A82-9F4C-612F6FC823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71B5B-8BEB-45C5-8315-6954DA8AF3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5E9C5C-A9BE-4459-982A-3DFABFA62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2369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21BA10-20A0-4827-A5F4-67C41B4DEBF9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3D395-65E7-4A20-8814-E48975118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92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3D395-65E7-4A20-8814-E489751180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972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ion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A2DFF6-052D-2C62-935A-3BBD79AD1A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133" y="190478"/>
            <a:ext cx="3743184" cy="20235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0CED0A-0A50-47A3-9642-382B2470D5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020" y="2709077"/>
            <a:ext cx="9378589" cy="1327345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rgbClr val="53575A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 dirty="0"/>
              <a:t>Title of Presentation 48pts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85EDC6-D8D9-4FFD-BDC1-5D35C5FC74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1020" y="4070200"/>
            <a:ext cx="9378589" cy="457201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53575A"/>
                </a:solidFill>
                <a:latin typeface="Trade Gothic Next" panose="020B05030403030200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24pts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7DC26A-6396-474D-AA29-3AF98B6080D3}"/>
              </a:ext>
            </a:extLst>
          </p:cNvPr>
          <p:cNvCxnSpPr>
            <a:cxnSpLocks/>
          </p:cNvCxnSpPr>
          <p:nvPr userDrawn="1"/>
        </p:nvCxnSpPr>
        <p:spPr>
          <a:xfrm>
            <a:off x="541020" y="2621802"/>
            <a:ext cx="138190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299E6A2-0D33-4E84-8EFB-A13CDF9221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1020" y="4561179"/>
            <a:ext cx="9378588" cy="200958"/>
          </a:xfrm>
        </p:spPr>
        <p:txBody>
          <a:bodyPr anchor="ctr">
            <a:normAutofit/>
          </a:bodyPr>
          <a:lstStyle>
            <a:lvl1pPr marL="0" indent="0">
              <a:buNone/>
              <a:defRPr sz="1000" b="1">
                <a:solidFill>
                  <a:srgbClr val="39B54A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Name of Presenter or Date 10pts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2CC8D8-B754-6AD7-8908-7EF1F9C4117B}"/>
              </a:ext>
            </a:extLst>
          </p:cNvPr>
          <p:cNvSpPr txBox="1"/>
          <p:nvPr userDrawn="1"/>
        </p:nvSpPr>
        <p:spPr>
          <a:xfrm>
            <a:off x="5989982" y="6533656"/>
            <a:ext cx="578678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spc="300">
                <a:solidFill>
                  <a:schemeClr val="accent4"/>
                </a:solidFill>
              </a:rPr>
              <a:t>AMENTUM PROPRIETARY</a:t>
            </a:r>
          </a:p>
        </p:txBody>
      </p:sp>
    </p:spTree>
    <p:extLst>
      <p:ext uri="{BB962C8B-B14F-4D97-AF65-F5344CB8AC3E}">
        <p14:creationId xmlns:p14="http://schemas.microsoft.com/office/powerpoint/2010/main" val="3601218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ion 2">
    <p:bg>
      <p:bgPr>
        <a:solidFill>
          <a:srgbClr val="EE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3D557FD-04E3-F233-5C59-B20893C1A0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0CED0A-0A50-47A3-9642-382B2470D5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020" y="2709077"/>
            <a:ext cx="9378589" cy="1327345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rgbClr val="53575A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 dirty="0"/>
              <a:t>Title of Presentation 48pts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85EDC6-D8D9-4FFD-BDC1-5D35C5FC74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1020" y="4070200"/>
            <a:ext cx="9378589" cy="457201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53575A"/>
                </a:solidFill>
                <a:latin typeface="Trade Gothic Next" panose="020B05030403030200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24pts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299E6A2-0D33-4E84-8EFB-A13CDF9221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1020" y="4561179"/>
            <a:ext cx="9378588" cy="200958"/>
          </a:xfrm>
        </p:spPr>
        <p:txBody>
          <a:bodyPr anchor="ctr">
            <a:normAutofit/>
          </a:bodyPr>
          <a:lstStyle>
            <a:lvl1pPr marL="0" indent="0">
              <a:buNone/>
              <a:defRPr sz="1000" b="1">
                <a:solidFill>
                  <a:srgbClr val="39B54A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Name of Presenter or Date 10pts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7DC26A-6396-474D-AA29-3AF98B6080D3}"/>
              </a:ext>
            </a:extLst>
          </p:cNvPr>
          <p:cNvCxnSpPr>
            <a:cxnSpLocks/>
          </p:cNvCxnSpPr>
          <p:nvPr userDrawn="1"/>
        </p:nvCxnSpPr>
        <p:spPr>
          <a:xfrm>
            <a:off x="541020" y="2621802"/>
            <a:ext cx="138190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880CD1E-0AFD-0AAE-D0D7-B572A9E46F31}"/>
              </a:ext>
            </a:extLst>
          </p:cNvPr>
          <p:cNvSpPr txBox="1"/>
          <p:nvPr userDrawn="1"/>
        </p:nvSpPr>
        <p:spPr>
          <a:xfrm>
            <a:off x="5989982" y="6533656"/>
            <a:ext cx="578678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spc="300">
                <a:solidFill>
                  <a:schemeClr val="accent4"/>
                </a:solidFill>
              </a:rPr>
              <a:t>AMENTUM PROPRIETARY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B010A9-A60E-DA3A-30CB-67E6CBAC11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133" y="190478"/>
            <a:ext cx="3743184" cy="202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168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ion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6D9232-08C2-86A3-A4E3-711EF0CB19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biLevel thresh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0CED0A-0A50-47A3-9642-382B2470D5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020" y="2701752"/>
            <a:ext cx="9378589" cy="1327345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rgbClr val="53575A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Title of Presentation 48pts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85EDC6-D8D9-4FFD-BDC1-5D35C5FC74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1020" y="4062875"/>
            <a:ext cx="9378589" cy="457201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53575A"/>
                </a:solidFill>
                <a:latin typeface="Trade Gothic Next" panose="020B05030403030200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24pts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7DC26A-6396-474D-AA29-3AF98B6080D3}"/>
              </a:ext>
            </a:extLst>
          </p:cNvPr>
          <p:cNvCxnSpPr>
            <a:cxnSpLocks/>
          </p:cNvCxnSpPr>
          <p:nvPr userDrawn="1"/>
        </p:nvCxnSpPr>
        <p:spPr>
          <a:xfrm>
            <a:off x="541020" y="2621802"/>
            <a:ext cx="138190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299E6A2-0D33-4E84-8EFB-A13CDF9221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1020" y="4553854"/>
            <a:ext cx="9378588" cy="200958"/>
          </a:xfrm>
        </p:spPr>
        <p:txBody>
          <a:bodyPr anchor="ctr">
            <a:normAutofit/>
          </a:bodyPr>
          <a:lstStyle>
            <a:lvl1pPr marL="0" indent="0">
              <a:buNone/>
              <a:defRPr sz="1000" b="1">
                <a:solidFill>
                  <a:srgbClr val="39B54A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Name of Presenter or Date 10pts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11B843-E3D1-6DDA-2B23-B274A0F1BE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133" y="190478"/>
            <a:ext cx="3743184" cy="20235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0E7753-5B92-9137-0397-9097F170A1D1}"/>
              </a:ext>
            </a:extLst>
          </p:cNvPr>
          <p:cNvSpPr txBox="1"/>
          <p:nvPr userDrawn="1"/>
        </p:nvSpPr>
        <p:spPr>
          <a:xfrm>
            <a:off x="5989982" y="6533656"/>
            <a:ext cx="578678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spc="300">
                <a:solidFill>
                  <a:schemeClr val="accent4"/>
                </a:solidFill>
              </a:rPr>
              <a:t>AMENTUM PROPRIETARY</a:t>
            </a:r>
          </a:p>
        </p:txBody>
      </p:sp>
    </p:spTree>
    <p:extLst>
      <p:ext uri="{BB962C8B-B14F-4D97-AF65-F5344CB8AC3E}">
        <p14:creationId xmlns:p14="http://schemas.microsoft.com/office/powerpoint/2010/main" val="3212248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ption 4">
    <p:bg>
      <p:bgPr>
        <a:solidFill>
          <a:srgbClr val="39B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7313768-AD79-B070-AF2E-2EF1D9F9E1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prstClr val="black"/>
              <a:srgbClr val="046A38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0CED0A-0A50-47A3-9642-382B2470D5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020" y="2698917"/>
            <a:ext cx="5435237" cy="1327345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Title of Presentation 48pts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85EDC6-D8D9-4FFD-BDC1-5D35C5FC74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1020" y="4060040"/>
            <a:ext cx="5435237" cy="45720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Trade Gothic Next" panose="020B05030403030200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24pts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299E6A2-0D33-4E84-8EFB-A13CDF9221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1020" y="4551019"/>
            <a:ext cx="5435236" cy="200958"/>
          </a:xfrm>
        </p:spPr>
        <p:txBody>
          <a:bodyPr anchor="ctr">
            <a:norm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Name of Presenter or Date 10pts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B244CA-7419-3B85-F7B9-084303177F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710" y="195527"/>
            <a:ext cx="3739895" cy="20157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3A69A2-642C-1995-340A-840437796B42}"/>
              </a:ext>
            </a:extLst>
          </p:cNvPr>
          <p:cNvSpPr txBox="1"/>
          <p:nvPr userDrawn="1"/>
        </p:nvSpPr>
        <p:spPr>
          <a:xfrm>
            <a:off x="5989982" y="6533656"/>
            <a:ext cx="578678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spc="300">
                <a:solidFill>
                  <a:schemeClr val="bg1"/>
                </a:solidFill>
              </a:rPr>
              <a:t>AMENTUM PROPRIETARY</a:t>
            </a:r>
          </a:p>
        </p:txBody>
      </p:sp>
    </p:spTree>
    <p:extLst>
      <p:ext uri="{BB962C8B-B14F-4D97-AF65-F5344CB8AC3E}">
        <p14:creationId xmlns:p14="http://schemas.microsoft.com/office/powerpoint/2010/main" val="636928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Environm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CED0A-0A50-47A3-9642-382B2470D5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55847" y="3820206"/>
            <a:ext cx="6895133" cy="1327345"/>
          </a:xfrm>
        </p:spPr>
        <p:txBody>
          <a:bodyPr anchor="b">
            <a:normAutofit/>
          </a:bodyPr>
          <a:lstStyle>
            <a:lvl1pPr algn="l">
              <a:lnSpc>
                <a:spcPts val="4800"/>
              </a:lnSpc>
              <a:defRPr sz="4800" b="1">
                <a:solidFill>
                  <a:schemeClr val="bg1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Title of Presentation 48pts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85EDC6-D8D9-4FFD-BDC1-5D35C5FC74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55847" y="5181329"/>
            <a:ext cx="6895133" cy="457201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  <a:latin typeface="Trade Gothic Next" panose="020B05030403030200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24pts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299E6A2-0D33-4E84-8EFB-A13CDF9221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55847" y="5807956"/>
            <a:ext cx="6895132" cy="200958"/>
          </a:xfrm>
        </p:spPr>
        <p:txBody>
          <a:bodyPr anchor="ctr">
            <a:noAutofit/>
          </a:bodyPr>
          <a:lstStyle>
            <a:lvl1pPr marL="0" indent="0">
              <a:buNone/>
              <a:defRPr sz="1200" b="1">
                <a:solidFill>
                  <a:srgbClr val="39B54A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Name of Presenter or Date 10pts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C4D983-EE6C-3B92-4F55-CDEC4427FD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0" y="-1"/>
            <a:ext cx="4347029" cy="6857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5711C7-ACF1-A55F-9DFE-009964D141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13157" y="2614593"/>
            <a:ext cx="3106843" cy="7987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708C5E-7D88-95C5-4236-5C74F82FACF9}"/>
              </a:ext>
            </a:extLst>
          </p:cNvPr>
          <p:cNvSpPr txBox="1"/>
          <p:nvPr userDrawn="1"/>
        </p:nvSpPr>
        <p:spPr>
          <a:xfrm>
            <a:off x="5989982" y="6533656"/>
            <a:ext cx="578678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spc="300">
                <a:solidFill>
                  <a:schemeClr val="bg1"/>
                </a:solidFill>
              </a:rPr>
              <a:t>AMENTUM PROPRIETARY</a:t>
            </a:r>
          </a:p>
        </p:txBody>
      </p:sp>
    </p:spTree>
    <p:extLst>
      <p:ext uri="{BB962C8B-B14F-4D97-AF65-F5344CB8AC3E}">
        <p14:creationId xmlns:p14="http://schemas.microsoft.com/office/powerpoint/2010/main" val="71081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Spac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CED0A-0A50-47A3-9642-382B2470D5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55847" y="3820206"/>
            <a:ext cx="6895133" cy="1327345"/>
          </a:xfrm>
        </p:spPr>
        <p:txBody>
          <a:bodyPr anchor="b">
            <a:normAutofit/>
          </a:bodyPr>
          <a:lstStyle>
            <a:lvl1pPr algn="l">
              <a:lnSpc>
                <a:spcPts val="4800"/>
              </a:lnSpc>
              <a:defRPr sz="4800" b="1">
                <a:solidFill>
                  <a:schemeClr val="bg1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Title of Presentation 48pts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85EDC6-D8D9-4FFD-BDC1-5D35C5FC74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55847" y="5181329"/>
            <a:ext cx="6895133" cy="457201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  <a:latin typeface="Trade Gothic Next" panose="020B05030403030200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24pts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299E6A2-0D33-4E84-8EFB-A13CDF9221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55847" y="5807956"/>
            <a:ext cx="6895132" cy="200958"/>
          </a:xfrm>
        </p:spPr>
        <p:txBody>
          <a:bodyPr anchor="ctr">
            <a:noAutofit/>
          </a:bodyPr>
          <a:lstStyle>
            <a:lvl1pPr marL="0" indent="0">
              <a:buNone/>
              <a:defRPr sz="1200" b="1">
                <a:solidFill>
                  <a:srgbClr val="39B54A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Name of Presenter or Date 10pts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F0044A-7A16-1FD2-42AA-C3D3E1242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0" y="-1"/>
            <a:ext cx="4347029" cy="68579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BA9E67-1E45-9A6B-5945-9738B844CDB2}"/>
              </a:ext>
            </a:extLst>
          </p:cNvPr>
          <p:cNvSpPr txBox="1"/>
          <p:nvPr userDrawn="1"/>
        </p:nvSpPr>
        <p:spPr>
          <a:xfrm>
            <a:off x="5989982" y="6533656"/>
            <a:ext cx="578678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spc="300">
                <a:solidFill>
                  <a:schemeClr val="bg1"/>
                </a:solidFill>
              </a:rPr>
              <a:t>AMENTUM PROPRIETARY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F9E8E0-B037-1DA6-5A78-F923129A7E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13157" y="2614593"/>
            <a:ext cx="3106843" cy="79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337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ntelligenc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CED0A-0A50-47A3-9642-382B2470D5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55847" y="3820206"/>
            <a:ext cx="6895133" cy="1327345"/>
          </a:xfrm>
        </p:spPr>
        <p:txBody>
          <a:bodyPr anchor="b">
            <a:normAutofit/>
          </a:bodyPr>
          <a:lstStyle>
            <a:lvl1pPr algn="l">
              <a:lnSpc>
                <a:spcPts val="4800"/>
              </a:lnSpc>
              <a:defRPr sz="4800" b="1">
                <a:solidFill>
                  <a:schemeClr val="bg1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Title of Presentation 48pts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85EDC6-D8D9-4FFD-BDC1-5D35C5FC74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55847" y="5181329"/>
            <a:ext cx="6895133" cy="457201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  <a:latin typeface="Trade Gothic Next" panose="020B05030403030200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24pts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299E6A2-0D33-4E84-8EFB-A13CDF9221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55847" y="5807956"/>
            <a:ext cx="6895132" cy="200958"/>
          </a:xfrm>
        </p:spPr>
        <p:txBody>
          <a:bodyPr anchor="ctr">
            <a:noAutofit/>
          </a:bodyPr>
          <a:lstStyle>
            <a:lvl1pPr marL="0" indent="0">
              <a:buNone/>
              <a:defRPr sz="1200" b="1">
                <a:solidFill>
                  <a:srgbClr val="39B54A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Name of Presenter or Date 10pts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89A968-809E-4B78-BFAB-F68E05635E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0" y="-1"/>
            <a:ext cx="4347029" cy="68579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086538-C6C8-9FF7-B125-D10BB7263D90}"/>
              </a:ext>
            </a:extLst>
          </p:cNvPr>
          <p:cNvSpPr txBox="1"/>
          <p:nvPr userDrawn="1"/>
        </p:nvSpPr>
        <p:spPr>
          <a:xfrm>
            <a:off x="5989982" y="6533656"/>
            <a:ext cx="578678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spc="300">
                <a:solidFill>
                  <a:schemeClr val="bg1"/>
                </a:solidFill>
              </a:rPr>
              <a:t>AMENTUM PROPRIETARY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17D62F-5B72-3554-DCB7-8D1CFEA42C3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13157" y="2614593"/>
            <a:ext cx="3106843" cy="79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62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fens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CED0A-0A50-47A3-9642-382B2470D5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55847" y="3820206"/>
            <a:ext cx="6895133" cy="1327345"/>
          </a:xfrm>
        </p:spPr>
        <p:txBody>
          <a:bodyPr anchor="b">
            <a:normAutofit/>
          </a:bodyPr>
          <a:lstStyle>
            <a:lvl1pPr algn="l">
              <a:lnSpc>
                <a:spcPts val="4800"/>
              </a:lnSpc>
              <a:defRPr sz="4800" b="1">
                <a:solidFill>
                  <a:schemeClr val="bg1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Title of Presentation 48pts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85EDC6-D8D9-4FFD-BDC1-5D35C5FC74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55847" y="5181329"/>
            <a:ext cx="6895133" cy="457201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  <a:latin typeface="Trade Gothic Next" panose="020B05030403030200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24pts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299E6A2-0D33-4E84-8EFB-A13CDF9221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55847" y="5807956"/>
            <a:ext cx="6895132" cy="200958"/>
          </a:xfrm>
        </p:spPr>
        <p:txBody>
          <a:bodyPr anchor="ctr">
            <a:noAutofit/>
          </a:bodyPr>
          <a:lstStyle>
            <a:lvl1pPr marL="0" indent="0">
              <a:buNone/>
              <a:defRPr sz="1200" b="1">
                <a:solidFill>
                  <a:srgbClr val="39B54A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Name of Presenter or Date 10pts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F3D3FE-CE38-C819-ED0C-507089F116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0" y="0"/>
            <a:ext cx="4347029" cy="68579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9B9B0C-BAD2-850F-4385-FF47B1470224}"/>
              </a:ext>
            </a:extLst>
          </p:cNvPr>
          <p:cNvSpPr txBox="1"/>
          <p:nvPr userDrawn="1"/>
        </p:nvSpPr>
        <p:spPr>
          <a:xfrm>
            <a:off x="5989982" y="6533656"/>
            <a:ext cx="578678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spc="300">
                <a:solidFill>
                  <a:schemeClr val="bg1"/>
                </a:solidFill>
              </a:rPr>
              <a:t>AMENTUM PROPRIETARY</a:t>
            </a:r>
          </a:p>
        </p:txBody>
      </p:sp>
      <p:pic>
        <p:nvPicPr>
          <p:cNvPr id="8" name="Picture 7" descr="A picture containing sky, plane, outdoor, runway&#10;&#10;Description automatically generated">
            <a:extLst>
              <a:ext uri="{FF2B5EF4-FFF2-40B4-BE49-F238E27FC236}">
                <a16:creationId xmlns:a16="http://schemas.microsoft.com/office/drawing/2014/main" id="{BD06FEA9-75D5-72AA-D22A-75DADD98BA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58" r="41068"/>
          <a:stretch/>
        </p:blipFill>
        <p:spPr>
          <a:xfrm>
            <a:off x="-1" y="0"/>
            <a:ext cx="434702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C10F90-5FD2-1E7A-1472-D8C5D03F6E45}"/>
              </a:ext>
            </a:extLst>
          </p:cNvPr>
          <p:cNvSpPr txBox="1"/>
          <p:nvPr userDrawn="1"/>
        </p:nvSpPr>
        <p:spPr>
          <a:xfrm>
            <a:off x="0" y="6704112"/>
            <a:ext cx="2856872" cy="153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" dirty="0">
                <a:solidFill>
                  <a:schemeClr val="bg2"/>
                </a:solidFill>
                <a:effectLst/>
                <a:latin typeface="Trade Gothic Next" panose="020B0503040303020004" pitchFamily="34" charset="0"/>
              </a:rPr>
              <a:t>The appearance of U.S. Department of Defense (DOD) visual information does not imply or constitute DOD endorsement.</a:t>
            </a:r>
            <a:endParaRPr lang="en-US" sz="400" dirty="0">
              <a:solidFill>
                <a:schemeClr val="bg2"/>
              </a:solidFill>
              <a:latin typeface="Trade Gothic Next" panose="020B05030403030200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EDE9B3-94EB-08E4-4DCB-1897C8DC34B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13157" y="2614593"/>
            <a:ext cx="3106843" cy="79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94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ivilia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CED0A-0A50-47A3-9642-382B2470D5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55847" y="3820206"/>
            <a:ext cx="6895133" cy="1327345"/>
          </a:xfrm>
        </p:spPr>
        <p:txBody>
          <a:bodyPr anchor="b">
            <a:normAutofit/>
          </a:bodyPr>
          <a:lstStyle>
            <a:lvl1pPr algn="l">
              <a:lnSpc>
                <a:spcPts val="4800"/>
              </a:lnSpc>
              <a:defRPr sz="4800" b="1">
                <a:solidFill>
                  <a:schemeClr val="bg1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Title of Presentation 48pts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85EDC6-D8D9-4FFD-BDC1-5D35C5FC74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55847" y="5181329"/>
            <a:ext cx="6895133" cy="457201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  <a:latin typeface="Trade Gothic Next" panose="020B05030403030200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24pts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299E6A2-0D33-4E84-8EFB-A13CDF9221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55847" y="5807956"/>
            <a:ext cx="6895132" cy="200958"/>
          </a:xfrm>
        </p:spPr>
        <p:txBody>
          <a:bodyPr anchor="ctr">
            <a:noAutofit/>
          </a:bodyPr>
          <a:lstStyle>
            <a:lvl1pPr marL="0" indent="0">
              <a:buNone/>
              <a:defRPr sz="1200" b="1">
                <a:solidFill>
                  <a:srgbClr val="39B54A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Name of Presenter or Date 10pts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E958B1-4E46-7CD0-B60E-2FFF74C31E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0" y="-1"/>
            <a:ext cx="4347029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94C90B-A313-72B7-BD6B-4A2A57AF1851}"/>
              </a:ext>
            </a:extLst>
          </p:cNvPr>
          <p:cNvSpPr txBox="1"/>
          <p:nvPr userDrawn="1"/>
        </p:nvSpPr>
        <p:spPr>
          <a:xfrm>
            <a:off x="5989982" y="6533656"/>
            <a:ext cx="578678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spc="300">
                <a:solidFill>
                  <a:schemeClr val="bg1"/>
                </a:solidFill>
              </a:rPr>
              <a:t>AMENTUM PROPRIETARY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FE0C16-B287-C616-10D2-8C309C8AE7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13157" y="2614593"/>
            <a:ext cx="3106843" cy="79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64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Option 1">
    <p:bg>
      <p:bgPr>
        <a:solidFill>
          <a:srgbClr val="046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A559C28C-3943-EF78-0DB9-902EE2F3FFF4}"/>
              </a:ext>
            </a:extLst>
          </p:cNvPr>
          <p:cNvSpPr txBox="1"/>
          <p:nvPr userDrawn="1"/>
        </p:nvSpPr>
        <p:spPr>
          <a:xfrm>
            <a:off x="8479283" y="3459024"/>
            <a:ext cx="51361" cy="283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algn="l">
              <a:lnSpc>
                <a:spcPct val="150000"/>
              </a:lnSpc>
              <a:defRPr sz="2300" b="1">
                <a:solidFill>
                  <a:srgbClr val="0C223F"/>
                </a:solidFill>
                <a:latin typeface="Graphik Bold"/>
                <a:ea typeface="Graphik Bold"/>
                <a:cs typeface="Graphik Bold"/>
                <a:sym typeface="Graphik"/>
              </a:defRPr>
            </a:pPr>
            <a:endParaRPr sz="1150">
              <a:latin typeface="Trade Gothic Next" panose="020B05030403030200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4F22D7BD-4E88-4BEA-AC76-8322AC5091CD}"/>
              </a:ext>
            </a:extLst>
          </p:cNvPr>
          <p:cNvSpPr txBox="1">
            <a:spLocks/>
          </p:cNvSpPr>
          <p:nvPr userDrawn="1"/>
        </p:nvSpPr>
        <p:spPr>
          <a:xfrm>
            <a:off x="11097742" y="6527092"/>
            <a:ext cx="553239" cy="21334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lIns="0" tIns="22860" rIns="0" bIns="2286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D274D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r"/>
            <a:fld id="{86CB4B4D-7CA3-9044-876B-883B54F8677D}" type="slidenum">
              <a:rPr lang="en-US" sz="600" smtClean="0">
                <a:solidFill>
                  <a:schemeClr val="bg1"/>
                </a:solidFill>
              </a:rPr>
              <a:pPr algn="r"/>
              <a:t>‹#›</a:t>
            </a:fld>
            <a:endParaRPr lang="en-US" sz="60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7CC8125-F4E8-4CBE-BA6F-B04400717F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020" y="2514600"/>
            <a:ext cx="5662556" cy="732642"/>
          </a:xfrm>
        </p:spPr>
        <p:txBody>
          <a:bodyPr anchor="t">
            <a:noAutofit/>
          </a:bodyPr>
          <a:lstStyle>
            <a:lvl1pPr algn="l">
              <a:defRPr sz="5400" b="1">
                <a:solidFill>
                  <a:schemeClr val="bg1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Headline 44-54pts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BC066E1-EC0B-4414-A69A-80AB1D7145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3056" y="2542403"/>
            <a:ext cx="4447924" cy="3230868"/>
          </a:xfrm>
        </p:spPr>
        <p:txBody>
          <a:bodyPr/>
          <a:lstStyle>
            <a:lvl1pPr marL="342900" indent="-342900" algn="l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  <a:defRPr sz="1500">
                <a:solidFill>
                  <a:schemeClr val="bg1"/>
                </a:solidFill>
                <a:latin typeface="Trade Gothic Next" panose="020B05030403030200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Topic 1 – 15pts</a:t>
            </a:r>
          </a:p>
          <a:p>
            <a:r>
              <a:rPr lang="en-US"/>
              <a:t>Topic 2</a:t>
            </a:r>
          </a:p>
          <a:p>
            <a:r>
              <a:rPr lang="en-US"/>
              <a:t>Topic 3</a:t>
            </a:r>
          </a:p>
          <a:p>
            <a:r>
              <a:rPr lang="en-US"/>
              <a:t>…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A23F23-FDEA-BCF8-9820-108D1C69D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714" y="6517637"/>
            <a:ext cx="861290" cy="221445"/>
          </a:xfrm>
          <a:prstGeom prst="rect">
            <a:avLst/>
          </a:prstGeom>
        </p:spPr>
      </p:pic>
      <p:sp>
        <p:nvSpPr>
          <p:cNvPr id="2" name="amentum">
            <a:extLst>
              <a:ext uri="{FF2B5EF4-FFF2-40B4-BE49-F238E27FC236}">
                <a16:creationId xmlns:a16="http://schemas.microsoft.com/office/drawing/2014/main" id="{CAB023D6-664C-2152-EDB7-1C2C2BD75B95}"/>
              </a:ext>
            </a:extLst>
          </p:cNvPr>
          <p:cNvSpPr txBox="1"/>
          <p:nvPr userDrawn="1"/>
        </p:nvSpPr>
        <p:spPr>
          <a:xfrm>
            <a:off x="8210020" y="6559301"/>
            <a:ext cx="3009157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25400" rIns="0" bIns="25400" anchor="ctr">
            <a:spAutoFit/>
          </a:bodyPr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 b="1" cap="all" spc="240">
                <a:solidFill>
                  <a:srgbClr val="0C22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r"/>
            <a:r>
              <a:rPr lang="en-US" sz="600" b="0">
                <a:solidFill>
                  <a:schemeClr val="bg1"/>
                </a:solidFill>
                <a:latin typeface="Trade Gothic Next" panose="020B0503040303020004" pitchFamily="34" charset="0"/>
              </a:rPr>
              <a:t>Amentum Proprietary. All Rights Reserved.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ED14A50-E529-1C18-E59F-D01592B89AB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41020" y="4830345"/>
            <a:ext cx="5660997" cy="281433"/>
          </a:xfrm>
        </p:spPr>
        <p:txBody>
          <a:bodyPr rIns="0"/>
          <a:lstStyle>
            <a:lvl1pPr marL="0" indent="0" algn="l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Subhead/Name/Section 24pt</a:t>
            </a:r>
          </a:p>
        </p:txBody>
      </p:sp>
    </p:spTree>
    <p:extLst>
      <p:ext uri="{BB962C8B-B14F-4D97-AF65-F5344CB8AC3E}">
        <p14:creationId xmlns:p14="http://schemas.microsoft.com/office/powerpoint/2010/main" val="2258497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Option 2">
    <p:bg>
      <p:bgPr>
        <a:solidFill>
          <a:srgbClr val="EE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6D5C2832-457F-DAA8-91D0-A041C7DC398B}"/>
              </a:ext>
            </a:extLst>
          </p:cNvPr>
          <p:cNvSpPr txBox="1"/>
          <p:nvPr userDrawn="1"/>
        </p:nvSpPr>
        <p:spPr>
          <a:xfrm>
            <a:off x="8479283" y="3459024"/>
            <a:ext cx="51361" cy="283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algn="l">
              <a:lnSpc>
                <a:spcPct val="150000"/>
              </a:lnSpc>
              <a:defRPr sz="2300" b="1">
                <a:solidFill>
                  <a:srgbClr val="0C223F"/>
                </a:solidFill>
                <a:latin typeface="Graphik Bold"/>
                <a:ea typeface="Graphik Bold"/>
                <a:cs typeface="Graphik Bold"/>
                <a:sym typeface="Graphik"/>
              </a:defRPr>
            </a:pPr>
            <a:endParaRPr sz="1150">
              <a:latin typeface="Trade Gothic Next" panose="020B05030403030200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DF765C7-80DB-4AF3-BFCF-7DB91E8A83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1020" y="2514600"/>
            <a:ext cx="5662556" cy="732642"/>
          </a:xfrm>
        </p:spPr>
        <p:txBody>
          <a:bodyPr anchor="t">
            <a:noAutofit/>
          </a:bodyPr>
          <a:lstStyle>
            <a:lvl1pPr algn="l">
              <a:defRPr sz="5400" b="1">
                <a:solidFill>
                  <a:schemeClr val="accent4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Headline 44-54pts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9EF9949-78D7-4C75-937E-1F87752E4B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3056" y="2542403"/>
            <a:ext cx="4447924" cy="3230868"/>
          </a:xfrm>
        </p:spPr>
        <p:txBody>
          <a:bodyPr/>
          <a:lstStyle>
            <a:lvl1pPr marL="342900" indent="-342900" algn="l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  <a:defRPr sz="1500">
                <a:solidFill>
                  <a:schemeClr val="accent4"/>
                </a:solidFill>
                <a:latin typeface="Trade Gothic Next" panose="020B05030403030200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Topic 1 – 15pts</a:t>
            </a:r>
          </a:p>
          <a:p>
            <a:r>
              <a:rPr lang="en-US"/>
              <a:t>Topic 2</a:t>
            </a:r>
          </a:p>
          <a:p>
            <a:r>
              <a:rPr lang="en-US"/>
              <a:t>Topic 3</a:t>
            </a:r>
          </a:p>
          <a:p>
            <a:r>
              <a:rPr lang="en-US"/>
              <a:t>…</a:t>
            </a:r>
          </a:p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B34B8AA-03B3-B135-5711-39961CC2C34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41020" y="4830345"/>
            <a:ext cx="5634493" cy="281433"/>
          </a:xfrm>
        </p:spPr>
        <p:txBody>
          <a:bodyPr rIns="0"/>
          <a:lstStyle>
            <a:lvl1pPr marL="0" indent="0" algn="l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Subhead/Name/Section 24pt</a:t>
            </a:r>
          </a:p>
        </p:txBody>
      </p:sp>
    </p:spTree>
    <p:extLst>
      <p:ext uri="{BB962C8B-B14F-4D97-AF65-F5344CB8AC3E}">
        <p14:creationId xmlns:p14="http://schemas.microsoft.com/office/powerpoint/2010/main" val="15190590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B1A5F-A187-4277-81E6-3B26481E34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020" y="647701"/>
            <a:ext cx="11109960" cy="777240"/>
          </a:xfrm>
        </p:spPr>
        <p:txBody>
          <a:bodyPr>
            <a:noAutofit/>
          </a:bodyPr>
          <a:lstStyle>
            <a:lvl1pPr>
              <a:defRPr>
                <a:solidFill>
                  <a:srgbClr val="046A38"/>
                </a:solidFill>
                <a:latin typeface="Trade Gothic Next Light" panose="020B0403040303020004" pitchFamily="34" charset="0"/>
              </a:defRPr>
            </a:lvl1pPr>
          </a:lstStyle>
          <a:p>
            <a:r>
              <a:rPr lang="en-US"/>
              <a:t>Headline 28pt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6F25B-E6C8-4699-8098-C96F7B2F4C8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1020" y="1752600"/>
            <a:ext cx="11109960" cy="4517571"/>
          </a:xfrm>
        </p:spPr>
        <p:txBody>
          <a:bodyPr tIns="0">
            <a:noAutofit/>
          </a:bodyPr>
          <a:lstStyle>
            <a:lvl1pPr>
              <a:spcBef>
                <a:spcPts val="600"/>
              </a:spcBef>
              <a:defRPr sz="1800"/>
            </a:lvl1pPr>
            <a:lvl2pPr marL="460375" indent="-228600">
              <a:spcBef>
                <a:spcPts val="600"/>
              </a:spcBef>
              <a:buFont typeface="Arial" panose="020B0604020202020204" pitchFamily="34" charset="0"/>
              <a:buChar char="–"/>
              <a:defRPr sz="1600"/>
            </a:lvl2pPr>
            <a:lvl3pPr marL="687388" indent="-228600">
              <a:spcBef>
                <a:spcPts val="300"/>
              </a:spcBef>
              <a:defRPr sz="1400"/>
            </a:lvl3pPr>
            <a:lvl4pPr marL="914400" indent="-228600">
              <a:spcBef>
                <a:spcPts val="300"/>
              </a:spcBef>
              <a:buFont typeface="Arial" panose="020B0604020202020204" pitchFamily="34" charset="0"/>
              <a:buChar char="–"/>
              <a:defRPr sz="1200"/>
            </a:lvl4pPr>
            <a:lvl5pPr marL="1141413" indent="-228600">
              <a:spcBef>
                <a:spcPts val="300"/>
              </a:spcBef>
              <a:defRPr sz="1200"/>
            </a:lvl5pPr>
          </a:lstStyle>
          <a:p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</a:t>
            </a:r>
          </a:p>
          <a:p>
            <a:pPr lvl="4"/>
            <a:r>
              <a:rPr lang="en-US"/>
              <a:t>Level 5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2B4F3A-A382-24FF-C086-304033A04E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3143" y="238083"/>
            <a:ext cx="5555542" cy="406400"/>
          </a:xfrm>
        </p:spPr>
        <p:txBody>
          <a:bodyPr anchor="b"/>
          <a:lstStyle>
            <a:lvl1pPr marL="0" indent="0">
              <a:buNone/>
              <a:defRPr sz="1200" spc="100" baseline="0"/>
            </a:lvl1pPr>
          </a:lstStyle>
          <a:p>
            <a:r>
              <a:rPr lang="en-US"/>
              <a:t>Business Group / Section Name</a:t>
            </a:r>
          </a:p>
        </p:txBody>
      </p:sp>
    </p:spTree>
    <p:extLst>
      <p:ext uri="{BB962C8B-B14F-4D97-AF65-F5344CB8AC3E}">
        <p14:creationId xmlns:p14="http://schemas.microsoft.com/office/powerpoint/2010/main" val="2515263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-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AB84040-C96B-73EE-C46F-4ABFEE746596}"/>
              </a:ext>
            </a:extLst>
          </p:cNvPr>
          <p:cNvSpPr/>
          <p:nvPr userDrawn="1"/>
        </p:nvSpPr>
        <p:spPr>
          <a:xfrm>
            <a:off x="0" y="6485283"/>
            <a:ext cx="1350065" cy="3594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8B1A5F-A187-4277-81E6-3B26481E34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020" y="647701"/>
            <a:ext cx="11109960" cy="77724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Trade Gothic Next Light" panose="020B0403040303020004" pitchFamily="34" charset="0"/>
              </a:defRPr>
            </a:lvl1pPr>
          </a:lstStyle>
          <a:p>
            <a:r>
              <a:rPr lang="en-US"/>
              <a:t>Headline 28pts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6F25B-E6C8-4699-8098-C96F7B2F4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20" y="1752600"/>
            <a:ext cx="11109960" cy="4517571"/>
          </a:xfrm>
        </p:spPr>
        <p:txBody>
          <a:bodyPr tIns="0">
            <a:noAutofit/>
          </a:bodyPr>
          <a:lstStyle>
            <a:lvl1pPr>
              <a:spcBef>
                <a:spcPts val="600"/>
              </a:spcBef>
              <a:defRPr sz="1800">
                <a:solidFill>
                  <a:schemeClr val="bg1"/>
                </a:solidFill>
              </a:defRPr>
            </a:lvl1pPr>
            <a:lvl2pPr marL="460375" indent="-228600">
              <a:spcBef>
                <a:spcPts val="600"/>
              </a:spcBef>
              <a:buFont typeface="Arial" panose="020B0604020202020204" pitchFamily="34" charset="0"/>
              <a:buChar char="–"/>
              <a:defRPr sz="1600">
                <a:solidFill>
                  <a:schemeClr val="bg1"/>
                </a:solidFill>
              </a:defRPr>
            </a:lvl2pPr>
            <a:lvl3pPr marL="687388" indent="-228600">
              <a:spcBef>
                <a:spcPts val="300"/>
              </a:spcBef>
              <a:defRPr sz="1400">
                <a:solidFill>
                  <a:schemeClr val="bg1"/>
                </a:solidFill>
              </a:defRPr>
            </a:lvl3pPr>
            <a:lvl4pPr marL="914400" indent="-228600">
              <a:spcBef>
                <a:spcPts val="300"/>
              </a:spcBef>
              <a:buFont typeface="Arial" panose="020B0604020202020204" pitchFamily="34" charset="0"/>
              <a:buChar char="–"/>
              <a:defRPr sz="1200">
                <a:solidFill>
                  <a:schemeClr val="bg1"/>
                </a:solidFill>
              </a:defRPr>
            </a:lvl4pPr>
            <a:lvl5pPr marL="1141413" indent="-228600">
              <a:spcBef>
                <a:spcPts val="300"/>
              </a:spcBef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amentum">
            <a:extLst>
              <a:ext uri="{FF2B5EF4-FFF2-40B4-BE49-F238E27FC236}">
                <a16:creationId xmlns:a16="http://schemas.microsoft.com/office/drawing/2014/main" id="{9D6F7BF8-35CE-491D-1DD4-2F8CFA2F0FB2}"/>
              </a:ext>
            </a:extLst>
          </p:cNvPr>
          <p:cNvSpPr txBox="1"/>
          <p:nvPr userDrawn="1"/>
        </p:nvSpPr>
        <p:spPr>
          <a:xfrm>
            <a:off x="8210020" y="6559301"/>
            <a:ext cx="3009157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25400" rIns="0" bIns="25400" anchor="ctr">
            <a:spAutoFit/>
          </a:bodyPr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 b="1" cap="all" spc="240">
                <a:solidFill>
                  <a:srgbClr val="0C22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r"/>
            <a:r>
              <a:rPr lang="en-US" sz="600" b="0">
                <a:solidFill>
                  <a:schemeClr val="bg1"/>
                </a:solidFill>
                <a:latin typeface="Trade Gothic Next" panose="020B0503040303020004" pitchFamily="34" charset="0"/>
              </a:rPr>
              <a:t>Amentum Proprietary. All Rights Reserved.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67931925-70E2-4BF5-C7AD-6BA5C47447DC}"/>
              </a:ext>
            </a:extLst>
          </p:cNvPr>
          <p:cNvSpPr txBox="1">
            <a:spLocks/>
          </p:cNvSpPr>
          <p:nvPr userDrawn="1"/>
        </p:nvSpPr>
        <p:spPr>
          <a:xfrm>
            <a:off x="11097742" y="6527092"/>
            <a:ext cx="553239" cy="2133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lIns="0" tIns="22860" rIns="0" bIns="2286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D274D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r"/>
            <a:fld id="{86CB4B4D-7CA3-9044-876B-883B54F8677D}" type="slidenum">
              <a:rPr lang="en-US" sz="600" smtClean="0">
                <a:solidFill>
                  <a:schemeClr val="bg1"/>
                </a:solidFill>
              </a:rPr>
              <a:pPr algn="r"/>
              <a:t>‹#›</a:t>
            </a:fld>
            <a:endParaRPr lang="en-US" sz="600">
              <a:solidFill>
                <a:schemeClr val="bg1"/>
              </a:solidFill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640E207-3982-23FF-BE9B-32D36D342A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3143" y="238083"/>
            <a:ext cx="5555542" cy="406400"/>
          </a:xfrm>
        </p:spPr>
        <p:txBody>
          <a:bodyPr anchor="b"/>
          <a:lstStyle>
            <a:lvl1pPr marL="0" indent="0">
              <a:buNone/>
              <a:defRPr sz="1200" spc="1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Business Group / Section Name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9D637E-B95F-9A3D-F865-2CB92C7F2B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714" y="6517637"/>
            <a:ext cx="861290" cy="22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661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foot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B1A5F-A187-4277-81E6-3B26481E34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020" y="647701"/>
            <a:ext cx="11109960" cy="777240"/>
          </a:xfr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dirty="0">
                <a:solidFill>
                  <a:srgbClr val="046A38"/>
                </a:solidFill>
                <a:latin typeface="Trade Gothic Next Light" panose="020B04030403030200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Headline 28pts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6F25B-E6C8-4699-8098-C96F7B2F4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20" y="1752600"/>
            <a:ext cx="11109960" cy="4391537"/>
          </a:xfrm>
        </p:spPr>
        <p:txBody>
          <a:bodyPr tIns="0">
            <a:noAutofit/>
          </a:bodyPr>
          <a:lstStyle>
            <a:lvl1pPr>
              <a:spcBef>
                <a:spcPts val="600"/>
              </a:spcBef>
              <a:defRPr sz="1800"/>
            </a:lvl1pPr>
            <a:lvl2pPr marL="460375" indent="-228600">
              <a:spcBef>
                <a:spcPts val="600"/>
              </a:spcBef>
              <a:buFont typeface="Arial" panose="020B0604020202020204" pitchFamily="34" charset="0"/>
              <a:buChar char="–"/>
              <a:defRPr sz="1600"/>
            </a:lvl2pPr>
            <a:lvl3pPr marL="687388" indent="-228600">
              <a:spcBef>
                <a:spcPts val="300"/>
              </a:spcBef>
              <a:defRPr sz="1400"/>
            </a:lvl3pPr>
            <a:lvl4pPr marL="914400" indent="-228600">
              <a:spcBef>
                <a:spcPts val="300"/>
              </a:spcBef>
              <a:buFont typeface="Arial" panose="020B0604020202020204" pitchFamily="34" charset="0"/>
              <a:buChar char="–"/>
              <a:defRPr sz="1200"/>
            </a:lvl4pPr>
            <a:lvl5pPr marL="1141413" indent="-228600">
              <a:spcBef>
                <a:spcPts val="3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7E5DDEB-C478-4735-9C7C-A088CAB78D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1019" y="6210299"/>
            <a:ext cx="11109959" cy="152371"/>
          </a:xfrm>
        </p:spPr>
        <p:txBody>
          <a:bodyPr bIns="0" anchor="ctr"/>
          <a:lstStyle>
            <a:lvl1pPr marL="0" indent="0">
              <a:buNone/>
              <a:defRPr sz="700" i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C580873-D83F-AD99-0825-5707DA442F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143" y="238083"/>
            <a:ext cx="5555542" cy="406400"/>
          </a:xfrm>
        </p:spPr>
        <p:txBody>
          <a:bodyPr anchor="b"/>
          <a:lstStyle>
            <a:lvl1pPr marL="0" indent="0">
              <a:buNone/>
              <a:defRPr sz="1200" spc="100" baseline="0"/>
            </a:lvl1pPr>
          </a:lstStyle>
          <a:p>
            <a:r>
              <a:rPr lang="en-US"/>
              <a:t>Business Group / Section Name</a:t>
            </a:r>
          </a:p>
        </p:txBody>
      </p:sp>
    </p:spTree>
    <p:extLst>
      <p:ext uri="{BB962C8B-B14F-4D97-AF65-F5344CB8AC3E}">
        <p14:creationId xmlns:p14="http://schemas.microsoft.com/office/powerpoint/2010/main" val="2005165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20D8-6D92-4B88-B57B-65891349BD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dirty="0">
                <a:solidFill>
                  <a:srgbClr val="046A38"/>
                </a:solidFill>
                <a:latin typeface="Trade Gothic Next Light" panose="020B04030403030200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Headline 28pts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76E74-520F-43E6-BB7D-A390FFDDE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1020" y="1752600"/>
            <a:ext cx="5371204" cy="442436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BC67E-72A7-49FD-A4AA-751CAA263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9778" y="1752600"/>
            <a:ext cx="5371204" cy="442436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75D8C1-9811-7C04-9DA8-B2E218253B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3143" y="238083"/>
            <a:ext cx="5555542" cy="406400"/>
          </a:xfrm>
        </p:spPr>
        <p:txBody>
          <a:bodyPr anchor="b"/>
          <a:lstStyle>
            <a:lvl1pPr marL="0" indent="0">
              <a:buNone/>
              <a:defRPr sz="1200" spc="100" baseline="0"/>
            </a:lvl1pPr>
          </a:lstStyle>
          <a:p>
            <a:r>
              <a:rPr lang="en-US"/>
              <a:t>Business Group / Section Name</a:t>
            </a:r>
          </a:p>
        </p:txBody>
      </p:sp>
    </p:spTree>
    <p:extLst>
      <p:ext uri="{BB962C8B-B14F-4D97-AF65-F5344CB8AC3E}">
        <p14:creationId xmlns:p14="http://schemas.microsoft.com/office/powerpoint/2010/main" val="32142196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370A4-02C5-4B78-8163-219E27AB4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dirty="0">
                <a:solidFill>
                  <a:srgbClr val="046A38"/>
                </a:solidFill>
                <a:latin typeface="Trade Gothic Next Light" panose="020B04030403030200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Headline 28pts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305A629-18E4-04BD-2B6E-9BE2EF035C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3143" y="238083"/>
            <a:ext cx="5555542" cy="406400"/>
          </a:xfrm>
        </p:spPr>
        <p:txBody>
          <a:bodyPr anchor="b"/>
          <a:lstStyle>
            <a:lvl1pPr marL="0" indent="0">
              <a:buNone/>
              <a:defRPr sz="1200" spc="100" baseline="0"/>
            </a:lvl1pPr>
          </a:lstStyle>
          <a:p>
            <a:r>
              <a:rPr lang="en-US"/>
              <a:t>Business Group / Section Name</a:t>
            </a:r>
          </a:p>
        </p:txBody>
      </p:sp>
    </p:spTree>
    <p:extLst>
      <p:ext uri="{BB962C8B-B14F-4D97-AF65-F5344CB8AC3E}">
        <p14:creationId xmlns:p14="http://schemas.microsoft.com/office/powerpoint/2010/main" val="2911530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Char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C15FB68-6BD5-A87B-228D-ED36ADC1E6BB}"/>
              </a:ext>
            </a:extLst>
          </p:cNvPr>
          <p:cNvSpPr/>
          <p:nvPr userDrawn="1"/>
        </p:nvSpPr>
        <p:spPr>
          <a:xfrm>
            <a:off x="5546823" y="0"/>
            <a:ext cx="66451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F370A4-02C5-4B78-8163-219E27AB4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020" y="647701"/>
            <a:ext cx="4799723" cy="168280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dirty="0">
                <a:solidFill>
                  <a:srgbClr val="046A38"/>
                </a:solidFill>
                <a:latin typeface="Trade Gothic Next Light" panose="020B04030403030200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Three Line </a:t>
            </a:r>
            <a:br>
              <a:rPr lang="en-US"/>
            </a:br>
            <a:r>
              <a:rPr lang="en-US"/>
              <a:t>Headline </a:t>
            </a:r>
            <a:br>
              <a:rPr lang="en-US"/>
            </a:br>
            <a:r>
              <a:rPr lang="en-US"/>
              <a:t>28pts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96C7B-6F2E-CF4E-0F06-5A2FE9E154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925" y="2516188"/>
            <a:ext cx="4797059" cy="381987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04166AC-F94E-615E-4E68-FCBF9218B9D1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5785805" y="663575"/>
            <a:ext cx="5850795" cy="565626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C840B22-6CB5-E980-12F2-37FBE1DF219F}"/>
              </a:ext>
            </a:extLst>
          </p:cNvPr>
          <p:cNvSpPr txBox="1">
            <a:spLocks/>
          </p:cNvSpPr>
          <p:nvPr userDrawn="1"/>
        </p:nvSpPr>
        <p:spPr>
          <a:xfrm>
            <a:off x="11097742" y="6527092"/>
            <a:ext cx="553239" cy="2133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lIns="0" tIns="22860" rIns="0" bIns="2286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D274D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r"/>
            <a:fld id="{86CB4B4D-7CA3-9044-876B-883B54F8677D}" type="slidenum">
              <a:rPr lang="en-US" sz="600" smtClean="0">
                <a:solidFill>
                  <a:schemeClr val="bg1"/>
                </a:solidFill>
                <a:latin typeface="Trade Gothic Next" panose="020B0503040303020004" pitchFamily="34" charset="0"/>
              </a:rPr>
              <a:pPr algn="r"/>
              <a:t>‹#›</a:t>
            </a:fld>
            <a:endParaRPr lang="en-US" sz="600">
              <a:solidFill>
                <a:schemeClr val="bg1"/>
              </a:solidFill>
              <a:latin typeface="Trade Gothic Next" panose="020B0503040303020004" pitchFamily="34" charset="0"/>
            </a:endParaRPr>
          </a:p>
        </p:txBody>
      </p:sp>
      <p:sp>
        <p:nvSpPr>
          <p:cNvPr id="7" name="amentum">
            <a:extLst>
              <a:ext uri="{FF2B5EF4-FFF2-40B4-BE49-F238E27FC236}">
                <a16:creationId xmlns:a16="http://schemas.microsoft.com/office/drawing/2014/main" id="{F2ADE2F8-70BD-5B04-7872-768FA2535369}"/>
              </a:ext>
            </a:extLst>
          </p:cNvPr>
          <p:cNvSpPr txBox="1"/>
          <p:nvPr userDrawn="1"/>
        </p:nvSpPr>
        <p:spPr>
          <a:xfrm>
            <a:off x="8210020" y="6559301"/>
            <a:ext cx="3009157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25400" rIns="0" bIns="25400" anchor="ctr">
            <a:spAutoFit/>
          </a:bodyPr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 b="1" cap="all" spc="240">
                <a:solidFill>
                  <a:srgbClr val="0C22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r"/>
            <a:r>
              <a:rPr lang="en-US" sz="600" b="0">
                <a:solidFill>
                  <a:schemeClr val="bg1"/>
                </a:solidFill>
                <a:latin typeface="Trade Gothic Next" panose="020B0503040303020004" pitchFamily="34" charset="0"/>
              </a:rPr>
              <a:t>Amentum Proprietary. All Rights Reserved.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4752838-D3D9-58A1-C63D-2CE116EB25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3143" y="238083"/>
            <a:ext cx="4794214" cy="406400"/>
          </a:xfrm>
        </p:spPr>
        <p:txBody>
          <a:bodyPr anchor="b"/>
          <a:lstStyle>
            <a:lvl1pPr marL="0" indent="0">
              <a:buNone/>
              <a:defRPr sz="1200" spc="100" baseline="0"/>
            </a:lvl1pPr>
          </a:lstStyle>
          <a:p>
            <a:r>
              <a:rPr lang="en-US"/>
              <a:t>Business Group / Section Name</a:t>
            </a:r>
          </a:p>
        </p:txBody>
      </p:sp>
    </p:spTree>
    <p:extLst>
      <p:ext uri="{BB962C8B-B14F-4D97-AF65-F5344CB8AC3E}">
        <p14:creationId xmlns:p14="http://schemas.microsoft.com/office/powerpoint/2010/main" val="3112282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Char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40D9E5B-4280-97DB-83B1-7DAD76578037}"/>
              </a:ext>
            </a:extLst>
          </p:cNvPr>
          <p:cNvSpPr/>
          <p:nvPr userDrawn="1"/>
        </p:nvSpPr>
        <p:spPr>
          <a:xfrm>
            <a:off x="5546823" y="0"/>
            <a:ext cx="664517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F370A4-02C5-4B78-8163-219E27AB4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020" y="647701"/>
            <a:ext cx="4799723" cy="1682805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dirty="0">
                <a:solidFill>
                  <a:srgbClr val="046A38"/>
                </a:solidFill>
                <a:latin typeface="Trade Gothic Next Light" panose="020B04030403030200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Three Line </a:t>
            </a:r>
            <a:br>
              <a:rPr lang="en-US"/>
            </a:br>
            <a:r>
              <a:rPr lang="en-US"/>
              <a:t>Headline </a:t>
            </a:r>
            <a:br>
              <a:rPr lang="en-US"/>
            </a:br>
            <a:r>
              <a:rPr lang="en-US"/>
              <a:t>28pts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96C7B-6F2E-CF4E-0F06-5A2FE9E154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2925" y="2516188"/>
            <a:ext cx="4797059" cy="381987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04166AC-F94E-615E-4E68-FCBF9218B9D1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5785805" y="663575"/>
            <a:ext cx="5850795" cy="56562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62D8084C-D61C-9919-4DB6-9572BE9D2075}"/>
              </a:ext>
            </a:extLst>
          </p:cNvPr>
          <p:cNvSpPr txBox="1">
            <a:spLocks/>
          </p:cNvSpPr>
          <p:nvPr userDrawn="1"/>
        </p:nvSpPr>
        <p:spPr>
          <a:xfrm>
            <a:off x="11097742" y="6527092"/>
            <a:ext cx="553239" cy="2133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lIns="0" tIns="22860" rIns="0" bIns="2286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D274D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r"/>
            <a:fld id="{86CB4B4D-7CA3-9044-876B-883B54F8677D}" type="slidenum">
              <a:rPr lang="en-US" sz="600" smtClean="0">
                <a:solidFill>
                  <a:schemeClr val="accent4"/>
                </a:solidFill>
                <a:latin typeface="Trade Gothic Next" panose="020B0503040303020004" pitchFamily="34" charset="0"/>
              </a:rPr>
              <a:pPr algn="r"/>
              <a:t>‹#›</a:t>
            </a:fld>
            <a:endParaRPr lang="en-US" sz="600">
              <a:solidFill>
                <a:schemeClr val="accent4"/>
              </a:solidFill>
              <a:latin typeface="Trade Gothic Next" panose="020B0503040303020004" pitchFamily="34" charset="0"/>
            </a:endParaRPr>
          </a:p>
        </p:txBody>
      </p:sp>
      <p:sp>
        <p:nvSpPr>
          <p:cNvPr id="9" name="amentum">
            <a:extLst>
              <a:ext uri="{FF2B5EF4-FFF2-40B4-BE49-F238E27FC236}">
                <a16:creationId xmlns:a16="http://schemas.microsoft.com/office/drawing/2014/main" id="{67C4B0E2-07C1-CB22-F5C4-F0A74860C7E4}"/>
              </a:ext>
            </a:extLst>
          </p:cNvPr>
          <p:cNvSpPr txBox="1"/>
          <p:nvPr userDrawn="1"/>
        </p:nvSpPr>
        <p:spPr>
          <a:xfrm>
            <a:off x="8210020" y="6559301"/>
            <a:ext cx="3009157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25400" rIns="0" bIns="25400" anchor="ctr">
            <a:spAutoFit/>
          </a:bodyPr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 b="1" cap="all" spc="240">
                <a:solidFill>
                  <a:srgbClr val="0C22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r"/>
            <a:r>
              <a:rPr lang="en-US" sz="600" b="0">
                <a:solidFill>
                  <a:schemeClr val="accent4"/>
                </a:solidFill>
                <a:latin typeface="Trade Gothic Next" panose="020B0503040303020004" pitchFamily="34" charset="0"/>
              </a:rPr>
              <a:t>Amentum Proprietary. All Rights Reserved.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8C6113C-9F77-296A-BE2F-774482F6D6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3143" y="238083"/>
            <a:ext cx="4802270" cy="406400"/>
          </a:xfrm>
        </p:spPr>
        <p:txBody>
          <a:bodyPr anchor="b"/>
          <a:lstStyle>
            <a:lvl1pPr marL="0" indent="0">
              <a:buNone/>
              <a:defRPr sz="1200" spc="100" baseline="0"/>
            </a:lvl1pPr>
          </a:lstStyle>
          <a:p>
            <a:r>
              <a:rPr lang="en-US"/>
              <a:t>Business Group /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563790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99260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8835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-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379490C9-A83F-8362-D05F-566B85A78470}"/>
              </a:ext>
            </a:extLst>
          </p:cNvPr>
          <p:cNvSpPr txBox="1">
            <a:spLocks/>
          </p:cNvSpPr>
          <p:nvPr userDrawn="1"/>
        </p:nvSpPr>
        <p:spPr>
          <a:xfrm>
            <a:off x="11097742" y="6527092"/>
            <a:ext cx="553239" cy="2133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lIns="0" tIns="22860" rIns="0" bIns="2286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D274D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r"/>
            <a:fld id="{86CB4B4D-7CA3-9044-876B-883B54F8677D}" type="slidenum">
              <a:rPr lang="en-US" sz="600" smtClean="0">
                <a:solidFill>
                  <a:schemeClr val="bg1"/>
                </a:solidFill>
                <a:latin typeface="Trade Gothic Next" panose="020B0503040303020004" pitchFamily="34" charset="0"/>
              </a:rPr>
              <a:pPr algn="r"/>
              <a:t>‹#›</a:t>
            </a:fld>
            <a:endParaRPr lang="en-US" sz="600">
              <a:solidFill>
                <a:schemeClr val="bg1"/>
              </a:solidFill>
              <a:latin typeface="Trade Gothic Next" panose="020B0503040303020004" pitchFamily="34" charset="0"/>
            </a:endParaRPr>
          </a:p>
        </p:txBody>
      </p:sp>
      <p:sp>
        <p:nvSpPr>
          <p:cNvPr id="4" name="amentum">
            <a:extLst>
              <a:ext uri="{FF2B5EF4-FFF2-40B4-BE49-F238E27FC236}">
                <a16:creationId xmlns:a16="http://schemas.microsoft.com/office/drawing/2014/main" id="{17CE27E6-50AB-119B-57C2-98B8C8F389C8}"/>
              </a:ext>
            </a:extLst>
          </p:cNvPr>
          <p:cNvSpPr txBox="1"/>
          <p:nvPr userDrawn="1"/>
        </p:nvSpPr>
        <p:spPr>
          <a:xfrm>
            <a:off x="8210020" y="6559301"/>
            <a:ext cx="3009157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25400" rIns="0" bIns="25400" anchor="ctr">
            <a:spAutoFit/>
          </a:bodyPr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 b="1" cap="all" spc="240">
                <a:solidFill>
                  <a:srgbClr val="0C22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r"/>
            <a:r>
              <a:rPr lang="en-US" sz="600" b="0">
                <a:solidFill>
                  <a:schemeClr val="bg1"/>
                </a:solidFill>
                <a:latin typeface="Trade Gothic Next" panose="020B0503040303020004" pitchFamily="34" charset="0"/>
              </a:rPr>
              <a:t>Amentum Proprietary. All Rights Reserved.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0D89F5-0C56-CB94-DF3C-F664F5B5AD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714" y="6517637"/>
            <a:ext cx="861290" cy="22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2378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7FABC719-D2FC-4DBA-7058-F61876A9CEC5}"/>
              </a:ext>
            </a:extLst>
          </p:cNvPr>
          <p:cNvSpPr txBox="1">
            <a:spLocks/>
          </p:cNvSpPr>
          <p:nvPr userDrawn="1"/>
        </p:nvSpPr>
        <p:spPr>
          <a:xfrm>
            <a:off x="11097742" y="6527092"/>
            <a:ext cx="553239" cy="2133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lIns="0" tIns="22860" rIns="0" bIns="2286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D274D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r"/>
            <a:fld id="{86CB4B4D-7CA3-9044-876B-883B54F8677D}" type="slidenum">
              <a:rPr lang="en-US" sz="600" smtClean="0">
                <a:solidFill>
                  <a:schemeClr val="bg1"/>
                </a:solidFill>
                <a:latin typeface="Trade Gothic Next" panose="020B0503040303020004" pitchFamily="34" charset="0"/>
              </a:rPr>
              <a:pPr algn="r"/>
              <a:t>‹#›</a:t>
            </a:fld>
            <a:endParaRPr lang="en-US" sz="600">
              <a:solidFill>
                <a:schemeClr val="bg1"/>
              </a:solidFill>
              <a:latin typeface="Trade Gothic Next" panose="020B0503040303020004" pitchFamily="34" charset="0"/>
            </a:endParaRPr>
          </a:p>
        </p:txBody>
      </p:sp>
      <p:sp>
        <p:nvSpPr>
          <p:cNvPr id="4" name="amentum">
            <a:extLst>
              <a:ext uri="{FF2B5EF4-FFF2-40B4-BE49-F238E27FC236}">
                <a16:creationId xmlns:a16="http://schemas.microsoft.com/office/drawing/2014/main" id="{BE649F5D-2898-D8F0-F18B-D701D18754D0}"/>
              </a:ext>
            </a:extLst>
          </p:cNvPr>
          <p:cNvSpPr txBox="1"/>
          <p:nvPr userDrawn="1"/>
        </p:nvSpPr>
        <p:spPr>
          <a:xfrm>
            <a:off x="8210020" y="6559301"/>
            <a:ext cx="3009157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25400" rIns="0" bIns="25400" anchor="ctr">
            <a:spAutoFit/>
          </a:bodyPr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 b="1" cap="all" spc="240">
                <a:solidFill>
                  <a:srgbClr val="0C22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r"/>
            <a:r>
              <a:rPr lang="en-US" sz="600" b="0">
                <a:solidFill>
                  <a:schemeClr val="bg1"/>
                </a:solidFill>
                <a:latin typeface="Trade Gothic Next" panose="020B0503040303020004" pitchFamily="34" charset="0"/>
              </a:rPr>
              <a:t>Amentum Proprietary. All Rights Reserved.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6BB60A-EFC4-8534-AE14-6D309ACA27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714" y="6517637"/>
            <a:ext cx="861290" cy="22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1401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Slide -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16F56-98C4-45E3-97E9-807432B8AA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8181" y="1796021"/>
            <a:ext cx="6870398" cy="2448227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Headline 44-54pts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56CA0-C2C2-45C5-AC6F-683069AE968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853991" y="4830345"/>
            <a:ext cx="6870398" cy="281433"/>
          </a:xfrm>
        </p:spPr>
        <p:txBody>
          <a:bodyPr rIns="0"/>
          <a:lstStyle>
            <a:lvl1pPr marL="0" indent="0" algn="l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Presenter Name 24pts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A5F4F0C-066C-C402-9696-51414D5DF1CE}"/>
              </a:ext>
            </a:extLst>
          </p:cNvPr>
          <p:cNvSpPr txBox="1">
            <a:spLocks/>
          </p:cNvSpPr>
          <p:nvPr userDrawn="1"/>
        </p:nvSpPr>
        <p:spPr>
          <a:xfrm>
            <a:off x="11097742" y="6527092"/>
            <a:ext cx="553239" cy="21334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lIns="0" tIns="22860" rIns="0" bIns="2286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D274D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r"/>
            <a:fld id="{86CB4B4D-7CA3-9044-876B-883B54F8677D}" type="slidenum">
              <a:rPr lang="en-US" sz="600" smtClean="0">
                <a:solidFill>
                  <a:schemeClr val="bg1"/>
                </a:solidFill>
                <a:latin typeface="Trade Gothic Next" panose="020B0503040303020004" pitchFamily="34" charset="0"/>
              </a:rPr>
              <a:pPr algn="r"/>
              <a:t>‹#›</a:t>
            </a:fld>
            <a:endParaRPr lang="en-US" sz="600">
              <a:solidFill>
                <a:schemeClr val="bg1"/>
              </a:solidFill>
              <a:latin typeface="Trade Gothic Next" panose="020B0503040303020004" pitchFamily="34" charset="0"/>
            </a:endParaRPr>
          </a:p>
        </p:txBody>
      </p:sp>
      <p:sp>
        <p:nvSpPr>
          <p:cNvPr id="10" name="amentum">
            <a:extLst>
              <a:ext uri="{FF2B5EF4-FFF2-40B4-BE49-F238E27FC236}">
                <a16:creationId xmlns:a16="http://schemas.microsoft.com/office/drawing/2014/main" id="{F82038A3-2C14-FFF3-F00C-3E15025455DE}"/>
              </a:ext>
            </a:extLst>
          </p:cNvPr>
          <p:cNvSpPr txBox="1"/>
          <p:nvPr userDrawn="1"/>
        </p:nvSpPr>
        <p:spPr>
          <a:xfrm>
            <a:off x="8210020" y="6559301"/>
            <a:ext cx="3009157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25400" rIns="0" bIns="25400" anchor="ctr">
            <a:spAutoFit/>
          </a:bodyPr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 b="1" cap="all" spc="240">
                <a:solidFill>
                  <a:srgbClr val="0C22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r"/>
            <a:r>
              <a:rPr lang="en-US" sz="600" b="0">
                <a:solidFill>
                  <a:schemeClr val="bg1"/>
                </a:solidFill>
                <a:latin typeface="Trade Gothic Next" panose="020B0503040303020004" pitchFamily="34" charset="0"/>
              </a:rPr>
              <a:t>Amentum Proprietary. All Rights Reserved.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7AAF9E-511C-6C48-70D9-ABD4C2B26D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3434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CD09986-FB36-7644-165B-6D9CE2FE7537}"/>
              </a:ext>
            </a:extLst>
          </p:cNvPr>
          <p:cNvSpPr/>
          <p:nvPr userDrawn="1"/>
        </p:nvSpPr>
        <p:spPr>
          <a:xfrm>
            <a:off x="0" y="-1"/>
            <a:ext cx="43434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AACAB2-E55A-0F69-BC88-9E758D177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714" y="6517637"/>
            <a:ext cx="861290" cy="22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320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- w Subsection List -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17A87AD-3805-BABC-B84D-F90C56BEEF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3434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81EC3E4-6936-8781-88C4-DA16E71CF219}"/>
              </a:ext>
            </a:extLst>
          </p:cNvPr>
          <p:cNvSpPr/>
          <p:nvPr userDrawn="1"/>
        </p:nvSpPr>
        <p:spPr>
          <a:xfrm>
            <a:off x="0" y="-1"/>
            <a:ext cx="43434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16F56-98C4-45E3-97E9-807432B8AA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3991" y="1796021"/>
            <a:ext cx="6894588" cy="2448227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Headline 44-54 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56CA0-C2C2-45C5-AC6F-683069AE968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853991" y="4830345"/>
            <a:ext cx="6870398" cy="281433"/>
          </a:xfrm>
        </p:spPr>
        <p:txBody>
          <a:bodyPr rIns="0"/>
          <a:lstStyle>
            <a:lvl1pPr marL="0" indent="0" algn="l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Presenter Name 24pts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A5F4F0C-066C-C402-9696-51414D5DF1CE}"/>
              </a:ext>
            </a:extLst>
          </p:cNvPr>
          <p:cNvSpPr txBox="1">
            <a:spLocks/>
          </p:cNvSpPr>
          <p:nvPr userDrawn="1"/>
        </p:nvSpPr>
        <p:spPr>
          <a:xfrm>
            <a:off x="11097742" y="6527092"/>
            <a:ext cx="553239" cy="21334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lIns="0" tIns="22860" rIns="0" bIns="2286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D274D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r"/>
            <a:fld id="{86CB4B4D-7CA3-9044-876B-883B54F8677D}" type="slidenum">
              <a:rPr lang="en-US" sz="600" smtClean="0">
                <a:solidFill>
                  <a:schemeClr val="bg1"/>
                </a:solidFill>
                <a:latin typeface="Trade Gothic Next" panose="020B0503040303020004" pitchFamily="34" charset="0"/>
              </a:rPr>
              <a:pPr algn="r"/>
              <a:t>‹#›</a:t>
            </a:fld>
            <a:endParaRPr lang="en-US" sz="600">
              <a:solidFill>
                <a:schemeClr val="bg1"/>
              </a:solidFill>
              <a:latin typeface="Trade Gothic Next" panose="020B0503040303020004" pitchFamily="34" charset="0"/>
            </a:endParaRPr>
          </a:p>
        </p:txBody>
      </p:sp>
      <p:sp>
        <p:nvSpPr>
          <p:cNvPr id="10" name="amentum">
            <a:extLst>
              <a:ext uri="{FF2B5EF4-FFF2-40B4-BE49-F238E27FC236}">
                <a16:creationId xmlns:a16="http://schemas.microsoft.com/office/drawing/2014/main" id="{F82038A3-2C14-FFF3-F00C-3E15025455DE}"/>
              </a:ext>
            </a:extLst>
          </p:cNvPr>
          <p:cNvSpPr txBox="1"/>
          <p:nvPr userDrawn="1"/>
        </p:nvSpPr>
        <p:spPr>
          <a:xfrm>
            <a:off x="8210020" y="6559301"/>
            <a:ext cx="3009157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25400" rIns="0" bIns="25400" anchor="ctr">
            <a:spAutoFit/>
          </a:bodyPr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 b="1" cap="all" spc="240">
                <a:solidFill>
                  <a:srgbClr val="0C22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r"/>
            <a:r>
              <a:rPr lang="en-US" sz="600" b="0">
                <a:solidFill>
                  <a:schemeClr val="bg1"/>
                </a:solidFill>
                <a:latin typeface="Trade Gothic Next" panose="020B0503040303020004" pitchFamily="34" charset="0"/>
              </a:rPr>
              <a:t>Amentum Proprietary. All Rights Reserved.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1AC2355-685E-34D1-1663-612AAA5E013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68242" y="1445009"/>
            <a:ext cx="3721763" cy="2799239"/>
          </a:xfrm>
        </p:spPr>
        <p:txBody>
          <a:bodyPr rIns="0" anchor="b"/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Topic 1 – 18pts</a:t>
            </a:r>
          </a:p>
          <a:p>
            <a:r>
              <a:rPr lang="en-US"/>
              <a:t>Topic 2 </a:t>
            </a:r>
          </a:p>
          <a:p>
            <a:r>
              <a:rPr lang="en-US"/>
              <a:t>Topic 3 </a:t>
            </a:r>
          </a:p>
          <a:p>
            <a:r>
              <a:rPr lang="en-US"/>
              <a:t>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3935D3-7F3E-0E04-5F3C-3CF6348BCBB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714" y="6517637"/>
            <a:ext cx="861290" cy="22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234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- Agenda -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4AB14B-9280-B2CB-0C67-52F3047DF6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3434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AA73E15-7AEF-6752-D5A0-29DEA1A0961E}"/>
              </a:ext>
            </a:extLst>
          </p:cNvPr>
          <p:cNvSpPr/>
          <p:nvPr userDrawn="1"/>
        </p:nvSpPr>
        <p:spPr>
          <a:xfrm>
            <a:off x="0" y="-1"/>
            <a:ext cx="43434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A5F4F0C-066C-C402-9696-51414D5DF1CE}"/>
              </a:ext>
            </a:extLst>
          </p:cNvPr>
          <p:cNvSpPr txBox="1">
            <a:spLocks/>
          </p:cNvSpPr>
          <p:nvPr userDrawn="1"/>
        </p:nvSpPr>
        <p:spPr>
          <a:xfrm>
            <a:off x="11097742" y="6527092"/>
            <a:ext cx="553239" cy="21334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lIns="0" tIns="22860" rIns="0" bIns="2286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D274D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r"/>
            <a:fld id="{86CB4B4D-7CA3-9044-876B-883B54F8677D}" type="slidenum">
              <a:rPr lang="en-US" sz="600" smtClean="0">
                <a:solidFill>
                  <a:schemeClr val="bg1"/>
                </a:solidFill>
                <a:latin typeface="Trade Gothic Next" panose="020B0503040303020004" pitchFamily="34" charset="0"/>
              </a:rPr>
              <a:pPr algn="r"/>
              <a:t>‹#›</a:t>
            </a:fld>
            <a:endParaRPr lang="en-US" sz="600">
              <a:solidFill>
                <a:schemeClr val="bg1"/>
              </a:solidFill>
              <a:latin typeface="Trade Gothic Next" panose="020B0503040303020004" pitchFamily="34" charset="0"/>
            </a:endParaRPr>
          </a:p>
        </p:txBody>
      </p:sp>
      <p:sp>
        <p:nvSpPr>
          <p:cNvPr id="10" name="amentum">
            <a:extLst>
              <a:ext uri="{FF2B5EF4-FFF2-40B4-BE49-F238E27FC236}">
                <a16:creationId xmlns:a16="http://schemas.microsoft.com/office/drawing/2014/main" id="{F82038A3-2C14-FFF3-F00C-3E15025455DE}"/>
              </a:ext>
            </a:extLst>
          </p:cNvPr>
          <p:cNvSpPr txBox="1"/>
          <p:nvPr userDrawn="1"/>
        </p:nvSpPr>
        <p:spPr>
          <a:xfrm>
            <a:off x="8210020" y="6559301"/>
            <a:ext cx="3009157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25400" rIns="0" bIns="25400" anchor="ctr">
            <a:spAutoFit/>
          </a:bodyPr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 b="1" cap="all" spc="240">
                <a:solidFill>
                  <a:srgbClr val="0C22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r"/>
            <a:r>
              <a:rPr lang="en-US" sz="600" b="0">
                <a:solidFill>
                  <a:schemeClr val="bg1"/>
                </a:solidFill>
                <a:latin typeface="Trade Gothic Next" panose="020B0503040303020004" pitchFamily="34" charset="0"/>
              </a:rPr>
              <a:t>Amentum Proprietary. All Rights Reserved.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1AC2355-685E-34D1-1663-612AAA5E013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853991" y="1784626"/>
            <a:ext cx="6392687" cy="2459622"/>
          </a:xfrm>
        </p:spPr>
        <p:txBody>
          <a:bodyPr rIns="0" anchor="ctr"/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Topic 1 – 18 pts</a:t>
            </a:r>
          </a:p>
          <a:p>
            <a:r>
              <a:rPr lang="en-US"/>
              <a:t>Topic 2 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XX:XX – XX</a:t>
            </a:r>
            <a:r>
              <a:rPr lang="en-US">
                <a:sym typeface="Wingdings" panose="05000000000000000000" pitchFamily="2" charset="2"/>
              </a:rPr>
              <a:t>:XX a.m.	Topic 1 – 18 pts</a:t>
            </a:r>
          </a:p>
          <a:p>
            <a:pPr marL="0" indent="0">
              <a:buNone/>
            </a:pPr>
            <a:r>
              <a:rPr lang="en-US"/>
              <a:t>XX:XX – XX</a:t>
            </a:r>
            <a:r>
              <a:rPr lang="en-US">
                <a:sym typeface="Wingdings" panose="05000000000000000000" pitchFamily="2" charset="2"/>
              </a:rPr>
              <a:t>:XX a.m.	Topic 2</a:t>
            </a:r>
          </a:p>
          <a:p>
            <a:pPr marL="0" indent="0">
              <a:buNone/>
            </a:pPr>
            <a:r>
              <a:rPr lang="en-US">
                <a:solidFill>
                  <a:schemeClr val="accent2"/>
                </a:solidFill>
              </a:rPr>
              <a:t>XX:XX – XX</a:t>
            </a:r>
            <a:r>
              <a:rPr lang="en-US">
                <a:solidFill>
                  <a:schemeClr val="accent2"/>
                </a:solidFill>
                <a:sym typeface="Wingdings" panose="05000000000000000000" pitchFamily="2" charset="2"/>
              </a:rPr>
              <a:t>:XX a.m.	Break </a:t>
            </a:r>
          </a:p>
          <a:p>
            <a:pPr marL="0" indent="0">
              <a:buNone/>
            </a:pPr>
            <a:r>
              <a:rPr lang="en-US"/>
              <a:t>XX:XX – XX</a:t>
            </a:r>
            <a:r>
              <a:rPr lang="en-US">
                <a:sym typeface="Wingdings" panose="05000000000000000000" pitchFamily="2" charset="2"/>
              </a:rPr>
              <a:t>:XX a.m.	Topic 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16F56-98C4-45E3-97E9-807432B8AA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048" y="1796021"/>
            <a:ext cx="3620874" cy="2448227"/>
          </a:xfrm>
        </p:spPr>
        <p:txBody>
          <a:bodyPr anchor="ctr">
            <a:normAutofit/>
          </a:bodyPr>
          <a:lstStyle>
            <a:lvl1pPr algn="l">
              <a:defRPr sz="4400" b="1">
                <a:solidFill>
                  <a:schemeClr val="bg1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Agenda 44pts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56CA0-C2C2-45C5-AC6F-683069AE968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4048" y="4830345"/>
            <a:ext cx="3607622" cy="281433"/>
          </a:xfrm>
        </p:spPr>
        <p:txBody>
          <a:bodyPr rIns="0"/>
          <a:lstStyle>
            <a:lvl1pPr marL="0" indent="0" algn="l">
              <a:buNone/>
              <a:defRPr sz="20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Subtext – 20 pts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013313-9D0E-EF59-CCE5-EA64255FF7C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714" y="6517637"/>
            <a:ext cx="861290" cy="22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5330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Slide - 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16F56-98C4-45E3-97E9-807432B8AA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8181" y="1796021"/>
            <a:ext cx="6870398" cy="2448227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accent4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Headline 44-54pts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56CA0-C2C2-45C5-AC6F-683069AE968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853991" y="4830345"/>
            <a:ext cx="6870398" cy="281433"/>
          </a:xfrm>
        </p:spPr>
        <p:txBody>
          <a:bodyPr rIns="0"/>
          <a:lstStyle>
            <a:lvl1pPr marL="0" indent="0" algn="l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Presenter Name 24pts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7AAF9E-511C-6C48-70D9-ABD4C2B26D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3434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CD09986-FB36-7644-165B-6D9CE2FE7537}"/>
              </a:ext>
            </a:extLst>
          </p:cNvPr>
          <p:cNvSpPr/>
          <p:nvPr userDrawn="1"/>
        </p:nvSpPr>
        <p:spPr>
          <a:xfrm>
            <a:off x="0" y="-1"/>
            <a:ext cx="43434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E4FEC0-C8BB-D18C-ACAD-0A7647594C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714" y="6517637"/>
            <a:ext cx="861290" cy="22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7400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w Subsection List - 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17A87AD-3805-BABC-B84D-F90C56BEEF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3434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81EC3E4-6936-8781-88C4-DA16E71CF219}"/>
              </a:ext>
            </a:extLst>
          </p:cNvPr>
          <p:cNvSpPr/>
          <p:nvPr userDrawn="1"/>
        </p:nvSpPr>
        <p:spPr>
          <a:xfrm>
            <a:off x="0" y="-1"/>
            <a:ext cx="43434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16F56-98C4-45E3-97E9-807432B8AA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3991" y="1796021"/>
            <a:ext cx="6894588" cy="2448227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accent4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Headline 44-54 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56CA0-C2C2-45C5-AC6F-683069AE968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853991" y="4830345"/>
            <a:ext cx="6870398" cy="281433"/>
          </a:xfrm>
        </p:spPr>
        <p:txBody>
          <a:bodyPr rIns="0"/>
          <a:lstStyle>
            <a:lvl1pPr marL="0" indent="0" algn="l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Presenter Name 24pts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1AC2355-685E-34D1-1663-612AAA5E013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68242" y="1445009"/>
            <a:ext cx="3721763" cy="2799239"/>
          </a:xfrm>
        </p:spPr>
        <p:txBody>
          <a:bodyPr rIns="0" anchor="b"/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Topic 1 – 18pts</a:t>
            </a:r>
          </a:p>
          <a:p>
            <a:r>
              <a:rPr lang="en-US"/>
              <a:t>Topic 2</a:t>
            </a:r>
          </a:p>
          <a:p>
            <a:r>
              <a:rPr lang="en-US"/>
              <a:t>Topic 3</a:t>
            </a:r>
          </a:p>
          <a:p>
            <a:r>
              <a:rPr lang="en-US"/>
              <a:t>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3DBEF6-7355-4C89-134A-890A4306CA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714" y="6517637"/>
            <a:ext cx="861290" cy="22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1208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Agenda - 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4AB14B-9280-B2CB-0C67-52F3047DF6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3434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AA73E15-7AEF-6752-D5A0-29DEA1A0961E}"/>
              </a:ext>
            </a:extLst>
          </p:cNvPr>
          <p:cNvSpPr/>
          <p:nvPr userDrawn="1"/>
        </p:nvSpPr>
        <p:spPr>
          <a:xfrm>
            <a:off x="0" y="-1"/>
            <a:ext cx="43434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1AC2355-685E-34D1-1663-612AAA5E013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853991" y="1784626"/>
            <a:ext cx="6392687" cy="2459622"/>
          </a:xfrm>
        </p:spPr>
        <p:txBody>
          <a:bodyPr rIns="0" anchor="ctr"/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Topic 1 – 18 pts</a:t>
            </a:r>
          </a:p>
          <a:p>
            <a:r>
              <a:rPr lang="en-US"/>
              <a:t>Topic 2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XX:XX – XX</a:t>
            </a:r>
            <a:r>
              <a:rPr lang="en-US">
                <a:sym typeface="Wingdings" panose="05000000000000000000" pitchFamily="2" charset="2"/>
              </a:rPr>
              <a:t>:XX a.m.	Topic 1 – 18 pts</a:t>
            </a:r>
          </a:p>
          <a:p>
            <a:pPr marL="0" indent="0">
              <a:buNone/>
            </a:pPr>
            <a:r>
              <a:rPr lang="en-US"/>
              <a:t>XX:XX – XX</a:t>
            </a:r>
            <a:r>
              <a:rPr lang="en-US">
                <a:sym typeface="Wingdings" panose="05000000000000000000" pitchFamily="2" charset="2"/>
              </a:rPr>
              <a:t>:XX a.m.	Topic 2</a:t>
            </a:r>
          </a:p>
          <a:p>
            <a:pPr marL="0" indent="0">
              <a:buNone/>
            </a:pPr>
            <a:r>
              <a:rPr lang="en-US">
                <a:solidFill>
                  <a:schemeClr val="tx2"/>
                </a:solidFill>
              </a:rPr>
              <a:t>XX:XX – XX</a:t>
            </a:r>
            <a:r>
              <a:rPr lang="en-US">
                <a:solidFill>
                  <a:schemeClr val="tx2"/>
                </a:solidFill>
                <a:sym typeface="Wingdings" panose="05000000000000000000" pitchFamily="2" charset="2"/>
              </a:rPr>
              <a:t>:XX a.m.	Break</a:t>
            </a:r>
          </a:p>
          <a:p>
            <a:pPr marL="0" indent="0">
              <a:buNone/>
            </a:pPr>
            <a:r>
              <a:rPr lang="en-US"/>
              <a:t>XX:XX – XX</a:t>
            </a:r>
            <a:r>
              <a:rPr lang="en-US">
                <a:sym typeface="Wingdings" panose="05000000000000000000" pitchFamily="2" charset="2"/>
              </a:rPr>
              <a:t>:XX a.m.	Topic 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16F56-98C4-45E3-97E9-807432B8AA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048" y="1796021"/>
            <a:ext cx="3620874" cy="2448227"/>
          </a:xfrm>
        </p:spPr>
        <p:txBody>
          <a:bodyPr anchor="ctr">
            <a:normAutofit/>
          </a:bodyPr>
          <a:lstStyle>
            <a:lvl1pPr algn="l">
              <a:defRPr sz="4400" b="1">
                <a:solidFill>
                  <a:schemeClr val="bg1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Agenda 44pts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56CA0-C2C2-45C5-AC6F-683069AE968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4048" y="4830345"/>
            <a:ext cx="3607622" cy="281433"/>
          </a:xfrm>
        </p:spPr>
        <p:txBody>
          <a:bodyPr rIns="0"/>
          <a:lstStyle>
            <a:lvl1pPr marL="0" indent="0" algn="l">
              <a:buNone/>
              <a:defRPr sz="20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Subtext – 20 pts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09AA83-B463-1879-0E01-A202C675B1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714" y="6517637"/>
            <a:ext cx="861290" cy="22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5552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Sub Sections-Light Sim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16F56-98C4-45E3-97E9-807432B8AA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96424"/>
            <a:ext cx="5979826" cy="2448227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tx2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Headline 44-54 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56CA0-C2C2-45C5-AC6F-683069AE968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738328" y="3888692"/>
            <a:ext cx="3912652" cy="2448225"/>
          </a:xfrm>
        </p:spPr>
        <p:txBody>
          <a:bodyPr rIns="0" anchor="t"/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53575A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Topic 1 – 18pts</a:t>
            </a:r>
          </a:p>
          <a:p>
            <a:r>
              <a:rPr lang="en-US"/>
              <a:t>Topic 2</a:t>
            </a:r>
          </a:p>
          <a:p>
            <a:r>
              <a:rPr lang="en-US"/>
              <a:t>Topic 3</a:t>
            </a:r>
          </a:p>
          <a:p>
            <a:r>
              <a:rPr lang="en-US"/>
              <a:t>…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074465C5-5D92-43BF-AE68-5B9596287BA4}"/>
              </a:ext>
            </a:extLst>
          </p:cNvPr>
          <p:cNvSpPr txBox="1">
            <a:spLocks/>
          </p:cNvSpPr>
          <p:nvPr userDrawn="1"/>
        </p:nvSpPr>
        <p:spPr>
          <a:xfrm>
            <a:off x="11097741" y="6524138"/>
            <a:ext cx="553239" cy="21334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lIns="0" tIns="22860" rIns="0" bIns="2286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D274D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r"/>
            <a:fld id="{86CB4B4D-7CA3-9044-876B-883B54F8677D}" type="slidenum">
              <a:rPr lang="en-US" sz="600" smtClean="0">
                <a:solidFill>
                  <a:schemeClr val="bg1"/>
                </a:solidFill>
              </a:rPr>
              <a:pPr algn="r"/>
              <a:t>‹#›</a:t>
            </a:fld>
            <a:endParaRPr lang="en-US" sz="600">
              <a:solidFill>
                <a:schemeClr val="bg1"/>
              </a:solidFill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A70151C-8A00-D291-BB82-3BFD81661BF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07660" y="4830345"/>
            <a:ext cx="6024157" cy="281433"/>
          </a:xfrm>
        </p:spPr>
        <p:txBody>
          <a:bodyPr rIns="0"/>
          <a:lstStyle>
            <a:lvl1pPr marL="0" indent="0" algn="l">
              <a:buNone/>
              <a:defRPr sz="240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Presenter Name 24pts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F1FC8C34-AE8D-8B2F-F06A-DE899C27C301}"/>
              </a:ext>
            </a:extLst>
          </p:cNvPr>
          <p:cNvSpPr txBox="1">
            <a:spLocks/>
          </p:cNvSpPr>
          <p:nvPr userDrawn="1"/>
        </p:nvSpPr>
        <p:spPr>
          <a:xfrm>
            <a:off x="11097742" y="6514091"/>
            <a:ext cx="553239" cy="21334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lIns="0" tIns="22860" rIns="0" bIns="2286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D274D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r"/>
            <a:fld id="{86CB4B4D-7CA3-9044-876B-883B54F8677D}" type="slidenum">
              <a:rPr lang="en-US" sz="600" smtClean="0">
                <a:solidFill>
                  <a:schemeClr val="accent4"/>
                </a:solidFill>
                <a:latin typeface="Trade Gothic Next" panose="020B0503040303020004" pitchFamily="34" charset="0"/>
              </a:rPr>
              <a:pPr algn="r"/>
              <a:t>‹#›</a:t>
            </a:fld>
            <a:endParaRPr lang="en-US" sz="600">
              <a:solidFill>
                <a:schemeClr val="accent4"/>
              </a:solidFill>
              <a:latin typeface="Trade Gothic Next" panose="020B0503040303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2222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with Sub Sections-Dark Sim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16F56-98C4-45E3-97E9-807432B8AA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96424"/>
            <a:ext cx="5979826" cy="2448227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bg1"/>
                </a:solidFill>
                <a:latin typeface="Trade Gothic Next" panose="020B0503040303020004" pitchFamily="34" charset="0"/>
              </a:defRPr>
            </a:lvl1pPr>
          </a:lstStyle>
          <a:p>
            <a:r>
              <a:rPr lang="en-US"/>
              <a:t>Headline 44-54 pts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A70151C-8A00-D291-BB82-3BFD81661BF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07660" y="4830345"/>
            <a:ext cx="6024157" cy="281433"/>
          </a:xfrm>
        </p:spPr>
        <p:txBody>
          <a:bodyPr rIns="0"/>
          <a:lstStyle>
            <a:lvl1pPr marL="0" indent="0" algn="l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Presenter Name 24pts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595A15D-CB11-F965-D2C1-0422591877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738328" y="3888692"/>
            <a:ext cx="3912652" cy="2448225"/>
          </a:xfrm>
        </p:spPr>
        <p:txBody>
          <a:bodyPr rIns="0" anchor="t"/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Topic 1 – 18pts</a:t>
            </a:r>
          </a:p>
          <a:p>
            <a:r>
              <a:rPr lang="en-US"/>
              <a:t>Topic 2</a:t>
            </a:r>
          </a:p>
          <a:p>
            <a:r>
              <a:rPr lang="en-US"/>
              <a:t>Topic 3</a:t>
            </a:r>
          </a:p>
          <a:p>
            <a:r>
              <a:rPr lang="en-US"/>
              <a:t>…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E9CDBCB-D016-87AA-0F5E-22B80F90BFC9}"/>
              </a:ext>
            </a:extLst>
          </p:cNvPr>
          <p:cNvSpPr txBox="1">
            <a:spLocks/>
          </p:cNvSpPr>
          <p:nvPr userDrawn="1"/>
        </p:nvSpPr>
        <p:spPr>
          <a:xfrm>
            <a:off x="11097742" y="6527092"/>
            <a:ext cx="553239" cy="21334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lIns="0" tIns="22860" rIns="0" bIns="2286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D274D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r"/>
            <a:fld id="{86CB4B4D-7CA3-9044-876B-883B54F8677D}" type="slidenum">
              <a:rPr lang="en-US" sz="600" smtClean="0">
                <a:solidFill>
                  <a:schemeClr val="bg1"/>
                </a:solidFill>
                <a:latin typeface="Trade Gothic Next" panose="020B0503040303020004" pitchFamily="34" charset="0"/>
              </a:rPr>
              <a:pPr algn="r"/>
              <a:t>‹#›</a:t>
            </a:fld>
            <a:endParaRPr lang="en-US" sz="600">
              <a:solidFill>
                <a:schemeClr val="bg1"/>
              </a:solidFill>
              <a:latin typeface="Trade Gothic Next" panose="020B0503040303020004" pitchFamily="34" charset="0"/>
            </a:endParaRPr>
          </a:p>
        </p:txBody>
      </p:sp>
      <p:sp>
        <p:nvSpPr>
          <p:cNvPr id="8" name="amentum">
            <a:extLst>
              <a:ext uri="{FF2B5EF4-FFF2-40B4-BE49-F238E27FC236}">
                <a16:creationId xmlns:a16="http://schemas.microsoft.com/office/drawing/2014/main" id="{28B4F43D-54F3-F8B4-A3AC-5A1EE3B0D19A}"/>
              </a:ext>
            </a:extLst>
          </p:cNvPr>
          <p:cNvSpPr txBox="1"/>
          <p:nvPr userDrawn="1"/>
        </p:nvSpPr>
        <p:spPr>
          <a:xfrm>
            <a:off x="8210020" y="6559301"/>
            <a:ext cx="3009157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25400" rIns="0" bIns="25400" anchor="ctr">
            <a:spAutoFit/>
          </a:bodyPr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 b="1" cap="all" spc="240">
                <a:solidFill>
                  <a:srgbClr val="0C22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r"/>
            <a:r>
              <a:rPr lang="en-US" sz="600" b="0">
                <a:solidFill>
                  <a:schemeClr val="bg1"/>
                </a:solidFill>
                <a:latin typeface="Trade Gothic Next" panose="020B0503040303020004" pitchFamily="34" charset="0"/>
              </a:rPr>
              <a:t>Amentum Proprietary. All Rights Reserved.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340E9-4518-60EF-0123-D29D2B4CBD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714" y="6517637"/>
            <a:ext cx="861290" cy="22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5354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- Option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A44A67-0DF3-064E-34F5-BA86C8E0E7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3DB2F8-4D8B-A49C-44DE-A0C9A54C1F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07072" y="4190286"/>
            <a:ext cx="5671871" cy="1464005"/>
          </a:xfrm>
          <a:prstGeom prst="rect">
            <a:avLst/>
          </a:prstGeom>
        </p:spPr>
      </p:pic>
      <p:sp>
        <p:nvSpPr>
          <p:cNvPr id="8" name="Thank you.">
            <a:extLst>
              <a:ext uri="{FF2B5EF4-FFF2-40B4-BE49-F238E27FC236}">
                <a16:creationId xmlns:a16="http://schemas.microsoft.com/office/drawing/2014/main" id="{AFA05AB3-A4DC-462C-8907-439034A17E69}"/>
              </a:ext>
            </a:extLst>
          </p:cNvPr>
          <p:cNvSpPr txBox="1"/>
          <p:nvPr userDrawn="1"/>
        </p:nvSpPr>
        <p:spPr>
          <a:xfrm>
            <a:off x="1068290" y="4699710"/>
            <a:ext cx="6041061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>
              <a:defRPr sz="5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rPr sz="2500">
                <a:solidFill>
                  <a:srgbClr val="5357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you.</a:t>
            </a:r>
          </a:p>
        </p:txBody>
      </p:sp>
      <p:sp>
        <p:nvSpPr>
          <p:cNvPr id="10" name="Thank you.">
            <a:extLst>
              <a:ext uri="{FF2B5EF4-FFF2-40B4-BE49-F238E27FC236}">
                <a16:creationId xmlns:a16="http://schemas.microsoft.com/office/drawing/2014/main" id="{E9F24EF1-495E-482D-92F3-C566570CF106}"/>
              </a:ext>
            </a:extLst>
          </p:cNvPr>
          <p:cNvSpPr txBox="1"/>
          <p:nvPr userDrawn="1"/>
        </p:nvSpPr>
        <p:spPr>
          <a:xfrm>
            <a:off x="1119089" y="6102450"/>
            <a:ext cx="6041061" cy="235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>
              <a:defRPr sz="5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 algn="l"/>
            <a:r>
              <a:rPr lang="en-US" sz="1200" b="1">
                <a:solidFill>
                  <a:srgbClr val="39B5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amentum.com</a:t>
            </a:r>
            <a:endParaRPr sz="1200" b="1">
              <a:solidFill>
                <a:srgbClr val="39B5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50846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- Option 2">
    <p:bg>
      <p:bgPr>
        <a:solidFill>
          <a:srgbClr val="39B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169BBA-D9D8-DDED-36E9-FAD6A92FB6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B3F5E6B-BD72-A9A4-7717-47F027446CAB}"/>
              </a:ext>
            </a:extLst>
          </p:cNvPr>
          <p:cNvSpPr/>
          <p:nvPr userDrawn="1"/>
        </p:nvSpPr>
        <p:spPr>
          <a:xfrm flipH="1">
            <a:off x="6095999" y="0"/>
            <a:ext cx="6096000" cy="6858000"/>
          </a:xfrm>
          <a:prstGeom prst="rect">
            <a:avLst/>
          </a:prstGeom>
          <a:solidFill>
            <a:srgbClr val="39B5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6" name="Thank you">
            <a:extLst>
              <a:ext uri="{FF2B5EF4-FFF2-40B4-BE49-F238E27FC236}">
                <a16:creationId xmlns:a16="http://schemas.microsoft.com/office/drawing/2014/main" id="{A2E587F9-477C-418F-BB90-240473AC55B9}"/>
              </a:ext>
            </a:extLst>
          </p:cNvPr>
          <p:cNvSpPr txBox="1"/>
          <p:nvPr userDrawn="1"/>
        </p:nvSpPr>
        <p:spPr>
          <a:xfrm>
            <a:off x="6876454" y="3658702"/>
            <a:ext cx="2907870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>
              <a:defRPr sz="5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rPr sz="2500">
                <a:latin typeface="Trade Gothic Next" panose="020B0503040303020004" pitchFamily="34" charset="0"/>
                <a:cs typeface="Arial" panose="020B0604020202020204" pitchFamily="34" charset="0"/>
              </a:rPr>
              <a:t>Thank you</a:t>
            </a:r>
            <a:r>
              <a:rPr lang="en-US" sz="2500">
                <a:latin typeface="Trade Gothic Next" panose="020B0503040303020004" pitchFamily="34" charset="0"/>
                <a:cs typeface="Arial" panose="020B0604020202020204" pitchFamily="34" charset="0"/>
              </a:rPr>
              <a:t>.</a:t>
            </a:r>
            <a:endParaRPr sz="2500">
              <a:latin typeface="Trade Gothic Next" panose="020B0503040303020004" pitchFamily="34" charset="0"/>
              <a:cs typeface="Arial" panose="020B0604020202020204" pitchFamily="34" charset="0"/>
            </a:endParaRPr>
          </a:p>
        </p:txBody>
      </p:sp>
      <p:sp>
        <p:nvSpPr>
          <p:cNvPr id="11" name="Thank you.">
            <a:extLst>
              <a:ext uri="{FF2B5EF4-FFF2-40B4-BE49-F238E27FC236}">
                <a16:creationId xmlns:a16="http://schemas.microsoft.com/office/drawing/2014/main" id="{E8EA18F7-312B-4C3F-9BC6-D60C20C944F6}"/>
              </a:ext>
            </a:extLst>
          </p:cNvPr>
          <p:cNvSpPr txBox="1"/>
          <p:nvPr userDrawn="1"/>
        </p:nvSpPr>
        <p:spPr>
          <a:xfrm>
            <a:off x="1119089" y="6102450"/>
            <a:ext cx="6041061" cy="235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>
              <a:defRPr sz="5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 algn="l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amentum.com</a:t>
            </a:r>
            <a:endParaRPr sz="1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A49BD2-9C41-1FE1-C83E-A1E35FC37F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2835" y="4186138"/>
            <a:ext cx="3476172" cy="89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8412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6.xml"/><Relationship Id="rId9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EE6FAD-3EEB-4EFB-A981-84D36B90D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20" y="647701"/>
            <a:ext cx="11109960" cy="77724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AE202-549D-40BE-9FFF-35E23F26B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020" y="1752600"/>
            <a:ext cx="11109960" cy="4424363"/>
          </a:xfrm>
          <a:prstGeom prst="rect">
            <a:avLst/>
          </a:prstGeom>
        </p:spPr>
        <p:txBody>
          <a:bodyPr vert="horz" lIns="0" tIns="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66C06624-764E-4BB2-8535-C501954E1856}"/>
              </a:ext>
            </a:extLst>
          </p:cNvPr>
          <p:cNvSpPr txBox="1">
            <a:spLocks/>
          </p:cNvSpPr>
          <p:nvPr userDrawn="1"/>
        </p:nvSpPr>
        <p:spPr>
          <a:xfrm>
            <a:off x="11097742" y="6527092"/>
            <a:ext cx="553239" cy="21334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lIns="0" tIns="22860" rIns="0" bIns="2286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D274D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r"/>
            <a:fld id="{86CB4B4D-7CA3-9044-876B-883B54F8677D}" type="slidenum">
              <a:rPr lang="en-US" sz="600" smtClean="0">
                <a:solidFill>
                  <a:schemeClr val="accent4"/>
                </a:solidFill>
                <a:latin typeface="Trade Gothic Next" panose="020B0503040303020004" pitchFamily="34" charset="0"/>
              </a:rPr>
              <a:pPr algn="r"/>
              <a:t>‹#›</a:t>
            </a:fld>
            <a:endParaRPr lang="en-US" sz="600">
              <a:solidFill>
                <a:schemeClr val="accent4"/>
              </a:solidFill>
              <a:latin typeface="Trade Gothic Next" panose="020B0503040303020004" pitchFamily="34" charset="0"/>
            </a:endParaRPr>
          </a:p>
        </p:txBody>
      </p:sp>
      <p:sp>
        <p:nvSpPr>
          <p:cNvPr id="17" name="amentum">
            <a:extLst>
              <a:ext uri="{FF2B5EF4-FFF2-40B4-BE49-F238E27FC236}">
                <a16:creationId xmlns:a16="http://schemas.microsoft.com/office/drawing/2014/main" id="{FFB611DA-FE6E-43B5-8D36-854C2F2A3C8E}"/>
              </a:ext>
            </a:extLst>
          </p:cNvPr>
          <p:cNvSpPr txBox="1"/>
          <p:nvPr userDrawn="1"/>
        </p:nvSpPr>
        <p:spPr>
          <a:xfrm>
            <a:off x="8210020" y="6559301"/>
            <a:ext cx="3009157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25400" rIns="0" bIns="25400" anchor="ctr">
            <a:spAutoFit/>
          </a:bodyPr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 b="1" cap="all" spc="240">
                <a:solidFill>
                  <a:srgbClr val="0C22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r"/>
            <a:r>
              <a:rPr lang="en-US" sz="600" b="0">
                <a:solidFill>
                  <a:schemeClr val="accent4"/>
                </a:solidFill>
                <a:latin typeface="Trade Gothic Next" panose="020B0503040303020004" pitchFamily="34" charset="0"/>
              </a:rPr>
              <a:t>Amentum Proprietary. All Rights Reserved.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729A8C-0C6D-B28A-FE6F-DDCBFA68F56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714" y="6517203"/>
            <a:ext cx="861290" cy="22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42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49" r:id="rId2"/>
    <p:sldLayoutId id="2147483703" r:id="rId3"/>
    <p:sldLayoutId id="214748366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46A38"/>
          </a:solidFill>
          <a:latin typeface="Trade Gothic Next Light" panose="020B04030403030200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rgbClr val="53575A"/>
          </a:solidFill>
          <a:latin typeface="Trade Gothic Next" panose="020B0503040303020004" pitchFamily="34" charset="0"/>
          <a:ea typeface="+mn-ea"/>
          <a:cs typeface="+mn-cs"/>
        </a:defRPr>
      </a:lvl1pPr>
      <a:lvl2pPr marL="460375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–"/>
        <a:defRPr sz="1200" kern="1200">
          <a:solidFill>
            <a:srgbClr val="046A38"/>
          </a:solidFill>
          <a:latin typeface="Trade Gothic Next" panose="020B0503040303020004" pitchFamily="34" charset="0"/>
          <a:ea typeface="+mn-ea"/>
          <a:cs typeface="+mn-cs"/>
        </a:defRPr>
      </a:lvl2pPr>
      <a:lvl3pPr marL="687388" indent="-228600" algn="l" defTabSz="9144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100" kern="1200">
          <a:solidFill>
            <a:srgbClr val="53575A"/>
          </a:solidFill>
          <a:latin typeface="Trade Gothic Next" panose="020B0503040303020004" pitchFamily="34" charset="0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–"/>
        <a:defRPr sz="1050" kern="1200">
          <a:solidFill>
            <a:srgbClr val="046A38"/>
          </a:solidFill>
          <a:latin typeface="Trade Gothic Next" panose="020B0503040303020004" pitchFamily="34" charset="0"/>
          <a:ea typeface="+mn-ea"/>
          <a:cs typeface="+mn-cs"/>
        </a:defRPr>
      </a:lvl4pPr>
      <a:lvl5pPr marL="1141413" indent="-228600" algn="l" defTabSz="9144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50" kern="1200">
          <a:solidFill>
            <a:srgbClr val="53575A"/>
          </a:solidFill>
          <a:latin typeface="Trade Gothic Next" panose="020B05030403030200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344" userDrawn="1">
          <p15:clr>
            <a:srgbClr val="F26B43"/>
          </p15:clr>
        </p15:guide>
        <p15:guide id="4" pos="336" userDrawn="1">
          <p15:clr>
            <a:srgbClr val="F26B43"/>
          </p15:clr>
        </p15:guide>
        <p15:guide id="5" orient="horz" pos="4200" userDrawn="1">
          <p15:clr>
            <a:srgbClr val="F26B43"/>
          </p15:clr>
        </p15:guide>
        <p15:guide id="6" orient="horz" pos="264" userDrawn="1">
          <p15:clr>
            <a:srgbClr val="F26B43"/>
          </p15:clr>
        </p15:guide>
        <p15:guide id="7" orient="horz" pos="408" userDrawn="1">
          <p15:clr>
            <a:srgbClr val="F26B43"/>
          </p15:clr>
        </p15:guide>
        <p15:guide id="8" orient="horz" pos="110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EE6FAD-3EEB-4EFB-A981-84D36B90D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20" y="647701"/>
            <a:ext cx="11109960" cy="77724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AE202-549D-40BE-9FFF-35E23F26B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020" y="1752600"/>
            <a:ext cx="11109960" cy="4424363"/>
          </a:xfrm>
          <a:prstGeom prst="rect">
            <a:avLst/>
          </a:prstGeom>
        </p:spPr>
        <p:txBody>
          <a:bodyPr vert="horz" lIns="0" tIns="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66C06624-764E-4BB2-8535-C501954E1856}"/>
              </a:ext>
            </a:extLst>
          </p:cNvPr>
          <p:cNvSpPr txBox="1">
            <a:spLocks/>
          </p:cNvSpPr>
          <p:nvPr userDrawn="1"/>
        </p:nvSpPr>
        <p:spPr>
          <a:xfrm>
            <a:off x="11097742" y="6527092"/>
            <a:ext cx="553239" cy="2133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lIns="0" tIns="22860" rIns="0" bIns="2286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D274D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r"/>
            <a:fld id="{86CB4B4D-7CA3-9044-876B-883B54F8677D}" type="slidenum">
              <a:rPr lang="en-US" sz="600" smtClean="0">
                <a:solidFill>
                  <a:schemeClr val="accent4"/>
                </a:solidFill>
                <a:latin typeface="Trade Gothic Next" panose="020B0503040303020004" pitchFamily="34" charset="0"/>
              </a:rPr>
              <a:pPr algn="r"/>
              <a:t>‹#›</a:t>
            </a:fld>
            <a:endParaRPr lang="en-US" sz="600">
              <a:solidFill>
                <a:schemeClr val="accent4"/>
              </a:solidFill>
              <a:latin typeface="Trade Gothic Next" panose="020B0503040303020004" pitchFamily="34" charset="0"/>
            </a:endParaRPr>
          </a:p>
        </p:txBody>
      </p:sp>
      <p:sp>
        <p:nvSpPr>
          <p:cNvPr id="17" name="amentum">
            <a:extLst>
              <a:ext uri="{FF2B5EF4-FFF2-40B4-BE49-F238E27FC236}">
                <a16:creationId xmlns:a16="http://schemas.microsoft.com/office/drawing/2014/main" id="{FFB611DA-FE6E-43B5-8D36-854C2F2A3C8E}"/>
              </a:ext>
            </a:extLst>
          </p:cNvPr>
          <p:cNvSpPr txBox="1"/>
          <p:nvPr userDrawn="1"/>
        </p:nvSpPr>
        <p:spPr>
          <a:xfrm>
            <a:off x="8210020" y="6559301"/>
            <a:ext cx="3009157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25400" rIns="0" bIns="25400" anchor="ctr">
            <a:spAutoFit/>
          </a:bodyPr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 b="1" cap="all" spc="240">
                <a:solidFill>
                  <a:srgbClr val="0C22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r"/>
            <a:r>
              <a:rPr lang="en-US" sz="600" b="0">
                <a:solidFill>
                  <a:schemeClr val="accent4"/>
                </a:solidFill>
                <a:latin typeface="Trade Gothic Next" panose="020B0503040303020004" pitchFamily="34" charset="0"/>
              </a:rPr>
              <a:t>Amentum Proprietary. All Rights Reserved.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78799B-910C-D9B9-19A7-44212DBAF81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714" y="6517203"/>
            <a:ext cx="861290" cy="22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017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46A38"/>
          </a:solidFill>
          <a:latin typeface="Trade Gothic Next Light" panose="020B04030403030200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rgbClr val="53575A"/>
          </a:solidFill>
          <a:latin typeface="Trade Gothic Next" panose="020B0503040303020004" pitchFamily="34" charset="0"/>
          <a:ea typeface="+mn-ea"/>
          <a:cs typeface="+mn-cs"/>
        </a:defRPr>
      </a:lvl1pPr>
      <a:lvl2pPr marL="460375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–"/>
        <a:defRPr sz="1200" kern="1200">
          <a:solidFill>
            <a:srgbClr val="046A38"/>
          </a:solidFill>
          <a:latin typeface="Trade Gothic Next" panose="020B0503040303020004" pitchFamily="34" charset="0"/>
          <a:ea typeface="+mn-ea"/>
          <a:cs typeface="+mn-cs"/>
        </a:defRPr>
      </a:lvl2pPr>
      <a:lvl3pPr marL="687388" indent="-228600" algn="l" defTabSz="9144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100" kern="1200">
          <a:solidFill>
            <a:srgbClr val="53575A"/>
          </a:solidFill>
          <a:latin typeface="Trade Gothic Next" panose="020B0503040303020004" pitchFamily="34" charset="0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–"/>
        <a:defRPr sz="1050" kern="1200">
          <a:solidFill>
            <a:srgbClr val="046A38"/>
          </a:solidFill>
          <a:latin typeface="Trade Gothic Next" panose="020B0503040303020004" pitchFamily="34" charset="0"/>
          <a:ea typeface="+mn-ea"/>
          <a:cs typeface="+mn-cs"/>
        </a:defRPr>
      </a:lvl4pPr>
      <a:lvl5pPr marL="1141413" indent="-228600" algn="l" defTabSz="9144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50" kern="1200">
          <a:solidFill>
            <a:srgbClr val="53575A"/>
          </a:solidFill>
          <a:latin typeface="Trade Gothic Next" panose="020B05030403030200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344" userDrawn="1">
          <p15:clr>
            <a:srgbClr val="F26B43"/>
          </p15:clr>
        </p15:guide>
        <p15:guide id="4" pos="336" userDrawn="1">
          <p15:clr>
            <a:srgbClr val="F26B43"/>
          </p15:clr>
        </p15:guide>
        <p15:guide id="5" orient="horz" pos="4200" userDrawn="1">
          <p15:clr>
            <a:srgbClr val="F26B43"/>
          </p15:clr>
        </p15:guide>
        <p15:guide id="6" orient="horz" pos="264" userDrawn="1">
          <p15:clr>
            <a:srgbClr val="F26B43"/>
          </p15:clr>
        </p15:guide>
        <p15:guide id="7" orient="horz" pos="408" userDrawn="1">
          <p15:clr>
            <a:srgbClr val="F26B43"/>
          </p15:clr>
        </p15:guide>
        <p15:guide id="8" orient="horz" pos="110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84799AC-0668-2C88-FB25-6E27EFD49A6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714" y="6517203"/>
            <a:ext cx="861290" cy="22231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EE6FAD-3EEB-4EFB-A981-84D36B90D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20" y="647701"/>
            <a:ext cx="11109960" cy="77724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AE202-549D-40BE-9FFF-35E23F26B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020" y="1752600"/>
            <a:ext cx="11109960" cy="4424363"/>
          </a:xfrm>
          <a:prstGeom prst="rect">
            <a:avLst/>
          </a:prstGeom>
        </p:spPr>
        <p:txBody>
          <a:bodyPr vert="horz" lIns="0" tIns="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66C06624-764E-4BB2-8535-C501954E1856}"/>
              </a:ext>
            </a:extLst>
          </p:cNvPr>
          <p:cNvSpPr txBox="1">
            <a:spLocks/>
          </p:cNvSpPr>
          <p:nvPr userDrawn="1"/>
        </p:nvSpPr>
        <p:spPr>
          <a:xfrm>
            <a:off x="11097742" y="6527092"/>
            <a:ext cx="553239" cy="21334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lIns="0" tIns="22860" rIns="0" bIns="2286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D274D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r"/>
            <a:fld id="{86CB4B4D-7CA3-9044-876B-883B54F8677D}" type="slidenum">
              <a:rPr lang="en-US" sz="600" smtClean="0">
                <a:solidFill>
                  <a:schemeClr val="accent4"/>
                </a:solidFill>
                <a:latin typeface="Trade Gothic Next" panose="020B0503040303020004" pitchFamily="34" charset="0"/>
              </a:rPr>
              <a:pPr algn="r"/>
              <a:t>‹#›</a:t>
            </a:fld>
            <a:endParaRPr lang="en-US" sz="600">
              <a:solidFill>
                <a:schemeClr val="accent4"/>
              </a:solidFill>
              <a:latin typeface="Trade Gothic Next" panose="020B0503040303020004" pitchFamily="34" charset="0"/>
            </a:endParaRPr>
          </a:p>
        </p:txBody>
      </p:sp>
      <p:sp>
        <p:nvSpPr>
          <p:cNvPr id="17" name="amentum">
            <a:extLst>
              <a:ext uri="{FF2B5EF4-FFF2-40B4-BE49-F238E27FC236}">
                <a16:creationId xmlns:a16="http://schemas.microsoft.com/office/drawing/2014/main" id="{FFB611DA-FE6E-43B5-8D36-854C2F2A3C8E}"/>
              </a:ext>
            </a:extLst>
          </p:cNvPr>
          <p:cNvSpPr txBox="1"/>
          <p:nvPr userDrawn="1"/>
        </p:nvSpPr>
        <p:spPr>
          <a:xfrm>
            <a:off x="8210020" y="6559301"/>
            <a:ext cx="3009157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25400" rIns="0" bIns="25400" anchor="ctr">
            <a:spAutoFit/>
          </a:bodyPr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 b="1" cap="all" spc="240">
                <a:solidFill>
                  <a:srgbClr val="0C22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r"/>
            <a:r>
              <a:rPr lang="en-US" sz="600" b="0">
                <a:solidFill>
                  <a:schemeClr val="accent4"/>
                </a:solidFill>
                <a:latin typeface="Trade Gothic Next" panose="020B0503040303020004" pitchFamily="34" charset="0"/>
              </a:rPr>
              <a:t>Amentum Proprietary.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38520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46A38"/>
          </a:solidFill>
          <a:latin typeface="Trade Gothic Next Light" panose="020B04030403030200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rgbClr val="53575A"/>
          </a:solidFill>
          <a:latin typeface="Trade Gothic Next" panose="020B0503040303020004" pitchFamily="34" charset="0"/>
          <a:ea typeface="+mn-ea"/>
          <a:cs typeface="+mn-cs"/>
        </a:defRPr>
      </a:lvl1pPr>
      <a:lvl2pPr marL="460375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–"/>
        <a:defRPr sz="1200" kern="1200">
          <a:solidFill>
            <a:srgbClr val="046A38"/>
          </a:solidFill>
          <a:latin typeface="Trade Gothic Next" panose="020B0503040303020004" pitchFamily="34" charset="0"/>
          <a:ea typeface="+mn-ea"/>
          <a:cs typeface="+mn-cs"/>
        </a:defRPr>
      </a:lvl2pPr>
      <a:lvl3pPr marL="687388" indent="-228600" algn="l" defTabSz="9144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100" kern="1200">
          <a:solidFill>
            <a:srgbClr val="53575A"/>
          </a:solidFill>
          <a:latin typeface="Trade Gothic Next" panose="020B0503040303020004" pitchFamily="34" charset="0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–"/>
        <a:defRPr sz="1050" kern="1200">
          <a:solidFill>
            <a:srgbClr val="046A38"/>
          </a:solidFill>
          <a:latin typeface="Trade Gothic Next" panose="020B0503040303020004" pitchFamily="34" charset="0"/>
          <a:ea typeface="+mn-ea"/>
          <a:cs typeface="+mn-cs"/>
        </a:defRPr>
      </a:lvl4pPr>
      <a:lvl5pPr marL="1141413" indent="-228600" algn="l" defTabSz="9144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50" kern="1200">
          <a:solidFill>
            <a:srgbClr val="53575A"/>
          </a:solidFill>
          <a:latin typeface="Trade Gothic Next" panose="020B05030403030200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344" userDrawn="1">
          <p15:clr>
            <a:srgbClr val="F26B43"/>
          </p15:clr>
        </p15:guide>
        <p15:guide id="4" pos="336" userDrawn="1">
          <p15:clr>
            <a:srgbClr val="F26B43"/>
          </p15:clr>
        </p15:guide>
        <p15:guide id="5" orient="horz" pos="4200" userDrawn="1">
          <p15:clr>
            <a:srgbClr val="F26B43"/>
          </p15:clr>
        </p15:guide>
        <p15:guide id="6" orient="horz" pos="264" userDrawn="1">
          <p15:clr>
            <a:srgbClr val="F26B43"/>
          </p15:clr>
        </p15:guide>
        <p15:guide id="7" orient="horz" pos="408" userDrawn="1">
          <p15:clr>
            <a:srgbClr val="F26B43"/>
          </p15:clr>
        </p15:guide>
        <p15:guide id="8" orient="horz" pos="1104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EE6FAD-3EEB-4EFB-A981-84D36B90D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20" y="647701"/>
            <a:ext cx="11109960" cy="77724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AE202-549D-40BE-9FFF-35E23F26B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020" y="1752600"/>
            <a:ext cx="11109960" cy="4424363"/>
          </a:xfrm>
          <a:prstGeom prst="rect">
            <a:avLst/>
          </a:prstGeom>
        </p:spPr>
        <p:txBody>
          <a:bodyPr vert="horz" lIns="0" tIns="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66C06624-764E-4BB2-8535-C501954E1856}"/>
              </a:ext>
            </a:extLst>
          </p:cNvPr>
          <p:cNvSpPr txBox="1">
            <a:spLocks/>
          </p:cNvSpPr>
          <p:nvPr userDrawn="1"/>
        </p:nvSpPr>
        <p:spPr>
          <a:xfrm>
            <a:off x="11097742" y="6527092"/>
            <a:ext cx="553239" cy="2133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lIns="0" tIns="22860" rIns="0" bIns="2286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D274D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r"/>
            <a:fld id="{86CB4B4D-7CA3-9044-876B-883B54F8677D}" type="slidenum">
              <a:rPr lang="en-US" sz="600" smtClean="0">
                <a:solidFill>
                  <a:schemeClr val="accent4"/>
                </a:solidFill>
                <a:latin typeface="Trade Gothic Next" panose="020B0503040303020004" pitchFamily="34" charset="0"/>
              </a:rPr>
              <a:pPr algn="r"/>
              <a:t>‹#›</a:t>
            </a:fld>
            <a:endParaRPr lang="en-US" sz="600">
              <a:solidFill>
                <a:schemeClr val="accent4"/>
              </a:solidFill>
              <a:latin typeface="Trade Gothic Next" panose="020B0503040303020004" pitchFamily="34" charset="0"/>
            </a:endParaRPr>
          </a:p>
        </p:txBody>
      </p:sp>
      <p:sp>
        <p:nvSpPr>
          <p:cNvPr id="17" name="amentum">
            <a:extLst>
              <a:ext uri="{FF2B5EF4-FFF2-40B4-BE49-F238E27FC236}">
                <a16:creationId xmlns:a16="http://schemas.microsoft.com/office/drawing/2014/main" id="{FFB611DA-FE6E-43B5-8D36-854C2F2A3C8E}"/>
              </a:ext>
            </a:extLst>
          </p:cNvPr>
          <p:cNvSpPr txBox="1"/>
          <p:nvPr userDrawn="1"/>
        </p:nvSpPr>
        <p:spPr>
          <a:xfrm>
            <a:off x="8210020" y="6559301"/>
            <a:ext cx="3009157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25400" rIns="0" bIns="25400" anchor="ctr">
            <a:spAutoFit/>
          </a:bodyPr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 b="1" cap="all" spc="240">
                <a:solidFill>
                  <a:srgbClr val="0C22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r"/>
            <a:r>
              <a:rPr lang="en-US" sz="600" b="0">
                <a:solidFill>
                  <a:schemeClr val="accent4"/>
                </a:solidFill>
                <a:latin typeface="Trade Gothic Next" panose="020B0503040303020004" pitchFamily="34" charset="0"/>
              </a:rPr>
              <a:t>Amentum Proprietary. All Rights Reserved.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6B5F51-9213-847E-D2D2-09826AD11B6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714" y="6517203"/>
            <a:ext cx="861290" cy="22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05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46A38"/>
          </a:solidFill>
          <a:latin typeface="Trade Gothic Next Light" panose="020B04030403030200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rgbClr val="53575A"/>
          </a:solidFill>
          <a:latin typeface="Trade Gothic Next" panose="020B0503040303020004" pitchFamily="34" charset="0"/>
          <a:ea typeface="+mn-ea"/>
          <a:cs typeface="+mn-cs"/>
        </a:defRPr>
      </a:lvl1pPr>
      <a:lvl2pPr marL="460375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–"/>
        <a:defRPr sz="1200" kern="1200">
          <a:solidFill>
            <a:srgbClr val="046A38"/>
          </a:solidFill>
          <a:latin typeface="Trade Gothic Next" panose="020B0503040303020004" pitchFamily="34" charset="0"/>
          <a:ea typeface="+mn-ea"/>
          <a:cs typeface="+mn-cs"/>
        </a:defRPr>
      </a:lvl2pPr>
      <a:lvl3pPr marL="687388" indent="-228600" algn="l" defTabSz="9144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100" kern="1200">
          <a:solidFill>
            <a:srgbClr val="53575A"/>
          </a:solidFill>
          <a:latin typeface="Trade Gothic Next" panose="020B0503040303020004" pitchFamily="34" charset="0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–"/>
        <a:defRPr sz="1050" kern="1200">
          <a:solidFill>
            <a:srgbClr val="046A38"/>
          </a:solidFill>
          <a:latin typeface="Trade Gothic Next" panose="020B0503040303020004" pitchFamily="34" charset="0"/>
          <a:ea typeface="+mn-ea"/>
          <a:cs typeface="+mn-cs"/>
        </a:defRPr>
      </a:lvl4pPr>
      <a:lvl5pPr marL="1141413" indent="-228600" algn="l" defTabSz="9144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50" kern="1200">
          <a:solidFill>
            <a:srgbClr val="53575A"/>
          </a:solidFill>
          <a:latin typeface="Trade Gothic Next" panose="020B05030403030200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344" userDrawn="1">
          <p15:clr>
            <a:srgbClr val="F26B43"/>
          </p15:clr>
        </p15:guide>
        <p15:guide id="4" pos="336" userDrawn="1">
          <p15:clr>
            <a:srgbClr val="F26B43"/>
          </p15:clr>
        </p15:guide>
        <p15:guide id="5" orient="horz" pos="4200" userDrawn="1">
          <p15:clr>
            <a:srgbClr val="F26B43"/>
          </p15:clr>
        </p15:guide>
        <p15:guide id="6" orient="horz" pos="264" userDrawn="1">
          <p15:clr>
            <a:srgbClr val="F26B43"/>
          </p15:clr>
        </p15:guide>
        <p15:guide id="7" orient="horz" pos="408" userDrawn="1">
          <p15:clr>
            <a:srgbClr val="F26B43"/>
          </p15:clr>
        </p15:guide>
        <p15:guide id="8" orient="horz" pos="110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EE6FAD-3EEB-4EFB-A981-84D36B90D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20" y="647701"/>
            <a:ext cx="11109960" cy="77724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AE202-549D-40BE-9FFF-35E23F26B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020" y="1752600"/>
            <a:ext cx="11109960" cy="4424363"/>
          </a:xfrm>
          <a:prstGeom prst="rect">
            <a:avLst/>
          </a:prstGeom>
        </p:spPr>
        <p:txBody>
          <a:bodyPr vert="horz" lIns="0" tIns="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66C06624-764E-4BB2-8535-C501954E1856}"/>
              </a:ext>
            </a:extLst>
          </p:cNvPr>
          <p:cNvSpPr txBox="1">
            <a:spLocks/>
          </p:cNvSpPr>
          <p:nvPr userDrawn="1"/>
        </p:nvSpPr>
        <p:spPr>
          <a:xfrm>
            <a:off x="11097742" y="6527092"/>
            <a:ext cx="553239" cy="213342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lIns="0" tIns="22860" rIns="0" bIns="2286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D274D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r"/>
            <a:fld id="{86CB4B4D-7CA3-9044-876B-883B54F8677D}" type="slidenum">
              <a:rPr lang="en-US" sz="600" smtClean="0">
                <a:solidFill>
                  <a:schemeClr val="accent4"/>
                </a:solidFill>
                <a:latin typeface="Trade Gothic Next" panose="020B0503040303020004" pitchFamily="34" charset="0"/>
              </a:rPr>
              <a:pPr algn="r"/>
              <a:t>‹#›</a:t>
            </a:fld>
            <a:endParaRPr lang="en-US" sz="600">
              <a:solidFill>
                <a:schemeClr val="accent4"/>
              </a:solidFill>
              <a:latin typeface="Trade Gothic Next" panose="020B0503040303020004" pitchFamily="34" charset="0"/>
            </a:endParaRPr>
          </a:p>
        </p:txBody>
      </p:sp>
      <p:sp>
        <p:nvSpPr>
          <p:cNvPr id="17" name="amentum">
            <a:extLst>
              <a:ext uri="{FF2B5EF4-FFF2-40B4-BE49-F238E27FC236}">
                <a16:creationId xmlns:a16="http://schemas.microsoft.com/office/drawing/2014/main" id="{FFB611DA-FE6E-43B5-8D36-854C2F2A3C8E}"/>
              </a:ext>
            </a:extLst>
          </p:cNvPr>
          <p:cNvSpPr txBox="1"/>
          <p:nvPr userDrawn="1"/>
        </p:nvSpPr>
        <p:spPr>
          <a:xfrm>
            <a:off x="8210020" y="6559301"/>
            <a:ext cx="3009157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25400" rIns="0" bIns="25400" anchor="ctr">
            <a:spAutoFit/>
          </a:bodyPr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 b="1" cap="all" spc="240">
                <a:solidFill>
                  <a:srgbClr val="0C22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r"/>
            <a:r>
              <a:rPr lang="en-US" sz="600" b="0">
                <a:solidFill>
                  <a:schemeClr val="accent4"/>
                </a:solidFill>
                <a:latin typeface="Trade Gothic Next" panose="020B0503040303020004" pitchFamily="34" charset="0"/>
              </a:rPr>
              <a:t>Amentum Proprietary. All Rights Reserved.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C1DF72-7E8A-25AE-6B16-DA9A873A79E3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714" y="6517203"/>
            <a:ext cx="861290" cy="22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864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46A38"/>
          </a:solidFill>
          <a:latin typeface="Trade Gothic Next Light" panose="020B04030403030200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rgbClr val="53575A"/>
          </a:solidFill>
          <a:latin typeface="Trade Gothic Next" panose="020B0503040303020004" pitchFamily="34" charset="0"/>
          <a:ea typeface="+mn-ea"/>
          <a:cs typeface="+mn-cs"/>
        </a:defRPr>
      </a:lvl1pPr>
      <a:lvl2pPr marL="460375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–"/>
        <a:defRPr sz="1200" kern="1200">
          <a:solidFill>
            <a:srgbClr val="046A38"/>
          </a:solidFill>
          <a:latin typeface="Trade Gothic Next" panose="020B0503040303020004" pitchFamily="34" charset="0"/>
          <a:ea typeface="+mn-ea"/>
          <a:cs typeface="+mn-cs"/>
        </a:defRPr>
      </a:lvl2pPr>
      <a:lvl3pPr marL="687388" indent="-228600" algn="l" defTabSz="9144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100" kern="1200">
          <a:solidFill>
            <a:srgbClr val="53575A"/>
          </a:solidFill>
          <a:latin typeface="Trade Gothic Next" panose="020B0503040303020004" pitchFamily="34" charset="0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–"/>
        <a:defRPr sz="1050" kern="1200">
          <a:solidFill>
            <a:srgbClr val="046A38"/>
          </a:solidFill>
          <a:latin typeface="Trade Gothic Next" panose="020B0503040303020004" pitchFamily="34" charset="0"/>
          <a:ea typeface="+mn-ea"/>
          <a:cs typeface="+mn-cs"/>
        </a:defRPr>
      </a:lvl4pPr>
      <a:lvl5pPr marL="1141413" indent="-228600" algn="l" defTabSz="9144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50" kern="1200">
          <a:solidFill>
            <a:srgbClr val="53575A"/>
          </a:solidFill>
          <a:latin typeface="Trade Gothic Next" panose="020B05030403030200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344" userDrawn="1">
          <p15:clr>
            <a:srgbClr val="F26B43"/>
          </p15:clr>
        </p15:guide>
        <p15:guide id="4" pos="336" userDrawn="1">
          <p15:clr>
            <a:srgbClr val="F26B43"/>
          </p15:clr>
        </p15:guide>
        <p15:guide id="5" orient="horz" pos="4200" userDrawn="1">
          <p15:clr>
            <a:srgbClr val="F26B43"/>
          </p15:clr>
        </p15:guide>
        <p15:guide id="6" orient="horz" pos="264" userDrawn="1">
          <p15:clr>
            <a:srgbClr val="F26B43"/>
          </p15:clr>
        </p15:guide>
        <p15:guide id="7" orient="horz" pos="408" userDrawn="1">
          <p15:clr>
            <a:srgbClr val="F26B43"/>
          </p15:clr>
        </p15:guide>
        <p15:guide id="8" orient="horz" pos="1104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EE6FAD-3EEB-4EFB-A981-84D36B90D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20" y="647701"/>
            <a:ext cx="11109960" cy="777240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AE202-549D-40BE-9FFF-35E23F26B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020" y="1752600"/>
            <a:ext cx="11109960" cy="4424363"/>
          </a:xfrm>
          <a:prstGeom prst="rect">
            <a:avLst/>
          </a:prstGeom>
        </p:spPr>
        <p:txBody>
          <a:bodyPr vert="horz" lIns="0" tIns="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66C06624-764E-4BB2-8535-C501954E1856}"/>
              </a:ext>
            </a:extLst>
          </p:cNvPr>
          <p:cNvSpPr txBox="1">
            <a:spLocks/>
          </p:cNvSpPr>
          <p:nvPr userDrawn="1"/>
        </p:nvSpPr>
        <p:spPr>
          <a:xfrm>
            <a:off x="11097742" y="6527092"/>
            <a:ext cx="553239" cy="2133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vert="horz" lIns="0" tIns="22860" rIns="0" bIns="2286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D274D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r"/>
            <a:fld id="{86CB4B4D-7CA3-9044-876B-883B54F8677D}" type="slidenum">
              <a:rPr lang="en-US" sz="600" smtClean="0">
                <a:solidFill>
                  <a:schemeClr val="accent4"/>
                </a:solidFill>
                <a:latin typeface="Trade Gothic Next" panose="020B0503040303020004" pitchFamily="34" charset="0"/>
              </a:rPr>
              <a:pPr algn="r"/>
              <a:t>‹#›</a:t>
            </a:fld>
            <a:endParaRPr lang="en-US" sz="600">
              <a:solidFill>
                <a:schemeClr val="accent4"/>
              </a:solidFill>
              <a:latin typeface="Trade Gothic Next" panose="020B0503040303020004" pitchFamily="34" charset="0"/>
            </a:endParaRPr>
          </a:p>
        </p:txBody>
      </p:sp>
      <p:sp>
        <p:nvSpPr>
          <p:cNvPr id="17" name="amentum">
            <a:extLst>
              <a:ext uri="{FF2B5EF4-FFF2-40B4-BE49-F238E27FC236}">
                <a16:creationId xmlns:a16="http://schemas.microsoft.com/office/drawing/2014/main" id="{FFB611DA-FE6E-43B5-8D36-854C2F2A3C8E}"/>
              </a:ext>
            </a:extLst>
          </p:cNvPr>
          <p:cNvSpPr txBox="1"/>
          <p:nvPr userDrawn="1"/>
        </p:nvSpPr>
        <p:spPr>
          <a:xfrm>
            <a:off x="8210020" y="6559301"/>
            <a:ext cx="3009157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25400" rIns="0" bIns="25400" anchor="ctr">
            <a:spAutoFit/>
          </a:bodyPr>
          <a:lstStyle>
            <a:lvl1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 b="1" cap="all" spc="240">
                <a:solidFill>
                  <a:srgbClr val="0C223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r"/>
            <a:r>
              <a:rPr lang="en-US" sz="600" b="0">
                <a:solidFill>
                  <a:schemeClr val="accent4"/>
                </a:solidFill>
                <a:latin typeface="Trade Gothic Next" panose="020B0503040303020004" pitchFamily="34" charset="0"/>
              </a:rPr>
              <a:t>Amentum Proprietary. All Rights Reserved.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867715-6149-5986-D043-DC48324FA0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714" y="6517203"/>
            <a:ext cx="861290" cy="22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294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46A38"/>
          </a:solidFill>
          <a:latin typeface="Trade Gothic Next Light" panose="020B04030403030200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rgbClr val="53575A"/>
          </a:solidFill>
          <a:latin typeface="Trade Gothic Next" panose="020B0503040303020004" pitchFamily="34" charset="0"/>
          <a:ea typeface="+mn-ea"/>
          <a:cs typeface="+mn-cs"/>
        </a:defRPr>
      </a:lvl1pPr>
      <a:lvl2pPr marL="460375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–"/>
        <a:defRPr sz="1200" kern="1200">
          <a:solidFill>
            <a:srgbClr val="046A38"/>
          </a:solidFill>
          <a:latin typeface="Trade Gothic Next" panose="020B0503040303020004" pitchFamily="34" charset="0"/>
          <a:ea typeface="+mn-ea"/>
          <a:cs typeface="+mn-cs"/>
        </a:defRPr>
      </a:lvl2pPr>
      <a:lvl3pPr marL="687388" indent="-228600" algn="l" defTabSz="9144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100" kern="1200">
          <a:solidFill>
            <a:srgbClr val="53575A"/>
          </a:solidFill>
          <a:latin typeface="Trade Gothic Next" panose="020B0503040303020004" pitchFamily="34" charset="0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–"/>
        <a:defRPr sz="1050" kern="1200">
          <a:solidFill>
            <a:srgbClr val="046A38"/>
          </a:solidFill>
          <a:latin typeface="Trade Gothic Next" panose="020B0503040303020004" pitchFamily="34" charset="0"/>
          <a:ea typeface="+mn-ea"/>
          <a:cs typeface="+mn-cs"/>
        </a:defRPr>
      </a:lvl4pPr>
      <a:lvl5pPr marL="1141413" indent="-228600" algn="l" defTabSz="91440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50" kern="1200">
          <a:solidFill>
            <a:srgbClr val="53575A"/>
          </a:solidFill>
          <a:latin typeface="Trade Gothic Next" panose="020B05030403030200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344" userDrawn="1">
          <p15:clr>
            <a:srgbClr val="F26B43"/>
          </p15:clr>
        </p15:guide>
        <p15:guide id="4" pos="336" userDrawn="1">
          <p15:clr>
            <a:srgbClr val="F26B43"/>
          </p15:clr>
        </p15:guide>
        <p15:guide id="5" orient="horz" pos="4200" userDrawn="1">
          <p15:clr>
            <a:srgbClr val="F26B43"/>
          </p15:clr>
        </p15:guide>
        <p15:guide id="6" orient="horz" pos="264" userDrawn="1">
          <p15:clr>
            <a:srgbClr val="F26B43"/>
          </p15:clr>
        </p15:guide>
        <p15:guide id="7" orient="horz" pos="408" userDrawn="1">
          <p15:clr>
            <a:srgbClr val="F26B43"/>
          </p15:clr>
        </p15:guide>
        <p15:guide id="8" orient="horz" pos="11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EFC5DF-AEBF-E004-E4FD-39FD6F474E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CTO Offsite May 2026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0501FEC1-7EF3-4511-434C-D3BEA1BD2F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Creating Technology Connections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A27BDD1-7546-EAE5-2F97-8A2D10A2E4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Seth Eaton</a:t>
            </a:r>
          </a:p>
        </p:txBody>
      </p:sp>
    </p:spTree>
    <p:extLst>
      <p:ext uri="{BB962C8B-B14F-4D97-AF65-F5344CB8AC3E}">
        <p14:creationId xmlns:p14="http://schemas.microsoft.com/office/powerpoint/2010/main" val="377386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0FFB5AD-2D4C-3976-906A-E853B5362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Employees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A4AA606-2468-9F1F-E2BC-3121BD3795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Technology Connection Networks (TCNs)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85E756D-D918-0656-CA8C-8BFA57499C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Amentum Podcast – What the Tech?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10C0E6E-B56D-DE5A-58F4-DAB42E11E7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Chief Technology Office</a:t>
            </a:r>
          </a:p>
        </p:txBody>
      </p:sp>
    </p:spTree>
    <p:extLst>
      <p:ext uri="{BB962C8B-B14F-4D97-AF65-F5344CB8AC3E}">
        <p14:creationId xmlns:p14="http://schemas.microsoft.com/office/powerpoint/2010/main" val="3284920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D5BA830-B205-B11D-ECF7-8C97B9479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892BC56-B2FE-CE88-47C7-0C04FE9E2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D3547C4-708E-A62E-870E-229818FBEC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69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18CEDBE-FB67-87E7-9F43-F22662CB0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89C8DCE-0DBC-9E50-EE56-F08C031A4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B5FF7F0-4A27-9DAC-E381-B0F423C2AA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917B277-207F-7252-E709-2956D9B1D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311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62191C8-245B-E0DD-E0C7-F314F32B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4171A46-5E63-136E-F68D-1A9BB7A997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B78142F7-6701-92D8-89FA-5B2AA6A24D6E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080B55E-2A11-52E2-D675-B2EC66D1F1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12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FB8F5D9-DFD0-F702-40A5-6675D32F0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8F714A-32AE-3F8B-5DBC-8CC80BF48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0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346139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2ED7C-3569-EDD7-0D7A-287BEC925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20" y="647701"/>
            <a:ext cx="11109960" cy="777240"/>
          </a:xfrm>
        </p:spPr>
        <p:txBody>
          <a:bodyPr/>
          <a:lstStyle/>
          <a:p>
            <a:r>
              <a:rPr lang="en-US"/>
              <a:t>Color Palette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CCF05FC-9305-6160-139E-DCC8A20A05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Chart&#10;&#10;Description automatically generated with low confidence">
            <a:extLst>
              <a:ext uri="{FF2B5EF4-FFF2-40B4-BE49-F238E27FC236}">
                <a16:creationId xmlns:a16="http://schemas.microsoft.com/office/drawing/2014/main" id="{8F453D67-CA22-1CC5-352F-90589C9058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84" t="18614" r="5918" b="4800"/>
          <a:stretch/>
        </p:blipFill>
        <p:spPr>
          <a:xfrm>
            <a:off x="4355548" y="1241290"/>
            <a:ext cx="7279861" cy="525227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BCF5A0-C25C-9ADE-5BD9-FA4BFF0D61B4}"/>
              </a:ext>
            </a:extLst>
          </p:cNvPr>
          <p:cNvSpPr txBox="1">
            <a:spLocks/>
          </p:cNvSpPr>
          <p:nvPr/>
        </p:nvSpPr>
        <p:spPr>
          <a:xfrm>
            <a:off x="450464" y="1491579"/>
            <a:ext cx="3087551" cy="42835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53575A"/>
                </a:solidFill>
                <a:latin typeface="Trade Gothic Next" panose="020B0503040303020004" pitchFamily="34" charset="0"/>
                <a:ea typeface="+mn-ea"/>
                <a:cs typeface="+mn-cs"/>
              </a:defRPr>
            </a:lvl1pPr>
            <a:lvl2pPr marL="460375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200" kern="1200">
                <a:solidFill>
                  <a:srgbClr val="046A38"/>
                </a:solidFill>
                <a:latin typeface="Trade Gothic Next" panose="020B0503040303020004" pitchFamily="34" charset="0"/>
                <a:ea typeface="+mn-ea"/>
                <a:cs typeface="+mn-cs"/>
              </a:defRPr>
            </a:lvl2pPr>
            <a:lvl3pPr marL="687388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100" kern="1200">
                <a:solidFill>
                  <a:srgbClr val="53575A"/>
                </a:solidFill>
                <a:latin typeface="Trade Gothic Next" panose="020B0503040303020004" pitchFamily="34" charset="0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–"/>
              <a:defRPr sz="1050" kern="1200">
                <a:solidFill>
                  <a:srgbClr val="046A38"/>
                </a:solidFill>
                <a:latin typeface="Trade Gothic Next" panose="020B0503040303020004" pitchFamily="34" charset="0"/>
                <a:ea typeface="+mn-ea"/>
                <a:cs typeface="+mn-cs"/>
              </a:defRPr>
            </a:lvl4pPr>
            <a:lvl5pPr marL="1141413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050" kern="1200">
                <a:solidFill>
                  <a:srgbClr val="53575A"/>
                </a:solidFill>
                <a:latin typeface="Trade Gothic Next" panose="020B050304030302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200" b="1" kern="1500"/>
              <a:t>Primary Colors</a:t>
            </a:r>
            <a:br>
              <a:rPr lang="en-US" sz="1200" b="1" kern="1500"/>
            </a:br>
            <a:r>
              <a:rPr lang="en-US" sz="1200" kern="1500">
                <a:latin typeface="Trade Gothic Next Light" panose="020B0403040303020004" pitchFamily="34" charset="0"/>
              </a:rPr>
              <a:t>Shades of green are the leading colors within our palette. They are associated with stability, growth and the environment. Combined with the simplicity of black and grey, we create a distinctive and contemporary look and feel that reflects the leadership qualities we’ve ingrained in our brand.</a:t>
            </a:r>
          </a:p>
          <a:p>
            <a:pPr marL="0" indent="0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200" b="1" kern="1500"/>
              <a:t>Secondary Colors</a:t>
            </a:r>
            <a:br>
              <a:rPr lang="en-US" sz="1200" b="1" kern="1500"/>
            </a:br>
            <a:r>
              <a:rPr lang="en-US" sz="1200" kern="1500">
                <a:latin typeface="Trade Gothic Next Light" panose="020B0403040303020004" pitchFamily="34" charset="0"/>
              </a:rPr>
              <a:t>In the secondary palette, we have added shades of blue, useful for creating variety in content created for presentations, web and digital materials.</a:t>
            </a:r>
          </a:p>
          <a:p>
            <a:pPr marL="0" indent="0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200" b="1" kern="1500"/>
              <a:t>Tertiary Colors</a:t>
            </a:r>
            <a:br>
              <a:rPr lang="en-US" sz="1200" b="1" kern="1500"/>
            </a:br>
            <a:r>
              <a:rPr lang="en-US" sz="1200" kern="1500">
                <a:latin typeface="Trade Gothic Next Light" panose="020B0403040303020004" pitchFamily="34" charset="0"/>
              </a:rPr>
              <a:t>These colors should be used sparingly. They can be used to visualize data in charts, graphs and tables.</a:t>
            </a:r>
            <a:endParaRPr lang="en-US" sz="1200" b="1" kern="1500">
              <a:highlight>
                <a:srgbClr val="FFFF00"/>
              </a:highlight>
              <a:latin typeface="Trade Gothic Next Light" panose="020B0403040303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409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1A093-D50C-C54F-66D1-DEB85D2D0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20" y="647701"/>
            <a:ext cx="11109960" cy="777240"/>
          </a:xfrm>
        </p:spPr>
        <p:txBody>
          <a:bodyPr/>
          <a:lstStyle/>
          <a:p>
            <a:r>
              <a:rPr lang="en-US"/>
              <a:t>Sample charts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2D6402F-FF21-3A07-08BA-36DC63519D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C07A905-D08E-BF41-9487-811550F7DA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2921955"/>
              </p:ext>
            </p:extLst>
          </p:nvPr>
        </p:nvGraphicFramePr>
        <p:xfrm>
          <a:off x="786295" y="1943650"/>
          <a:ext cx="4542735" cy="3028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018F0A2-2390-05C5-D966-2D33B02990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1966315"/>
              </p:ext>
            </p:extLst>
          </p:nvPr>
        </p:nvGraphicFramePr>
        <p:xfrm>
          <a:off x="5499651" y="2027581"/>
          <a:ext cx="5322957" cy="32449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38207297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s">
  <a:themeElements>
    <a:clrScheme name="Amentum-2024">
      <a:dk1>
        <a:srgbClr val="000000"/>
      </a:dk1>
      <a:lt1>
        <a:srgbClr val="FFFFFF"/>
      </a:lt1>
      <a:dk2>
        <a:srgbClr val="046A38"/>
      </a:dk2>
      <a:lt2>
        <a:srgbClr val="EEF0F1"/>
      </a:lt2>
      <a:accent1>
        <a:srgbClr val="046A38"/>
      </a:accent1>
      <a:accent2>
        <a:srgbClr val="39B54A"/>
      </a:accent2>
      <a:accent3>
        <a:srgbClr val="000000"/>
      </a:accent3>
      <a:accent4>
        <a:srgbClr val="53575A"/>
      </a:accent4>
      <a:accent5>
        <a:srgbClr val="EEF0F1"/>
      </a:accent5>
      <a:accent6>
        <a:srgbClr val="2B71B9"/>
      </a:accent6>
      <a:hlink>
        <a:srgbClr val="2B71B9"/>
      </a:hlink>
      <a:folHlink>
        <a:srgbClr val="41B6E6"/>
      </a:folHlink>
    </a:clrScheme>
    <a:fontScheme name="Custom 2">
      <a:majorFont>
        <a:latin typeface="Trade Gothic Next"/>
        <a:ea typeface=""/>
        <a:cs typeface=""/>
      </a:majorFont>
      <a:minorFont>
        <a:latin typeface="Trade Gothic N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entum PPT Template V2.potx" id="{0B8A92E2-A536-4F48-8E80-5BADCBAAF834}" vid="{F6E19941-34B6-40B3-B4AE-A1E5F7E99AF6}"/>
    </a:ext>
  </a:extLst>
</a:theme>
</file>

<file path=ppt/theme/theme2.xml><?xml version="1.0" encoding="utf-8"?>
<a:theme xmlns:a="http://schemas.openxmlformats.org/drawingml/2006/main" name="Title Slides - Business Sector">
  <a:themeElements>
    <a:clrScheme name="Amentum-2024">
      <a:dk1>
        <a:srgbClr val="000000"/>
      </a:dk1>
      <a:lt1>
        <a:srgbClr val="FFFFFF"/>
      </a:lt1>
      <a:dk2>
        <a:srgbClr val="046A38"/>
      </a:dk2>
      <a:lt2>
        <a:srgbClr val="EEF0F1"/>
      </a:lt2>
      <a:accent1>
        <a:srgbClr val="046A38"/>
      </a:accent1>
      <a:accent2>
        <a:srgbClr val="39B54A"/>
      </a:accent2>
      <a:accent3>
        <a:srgbClr val="000000"/>
      </a:accent3>
      <a:accent4>
        <a:srgbClr val="53575A"/>
      </a:accent4>
      <a:accent5>
        <a:srgbClr val="EEF0F1"/>
      </a:accent5>
      <a:accent6>
        <a:srgbClr val="2B71B9"/>
      </a:accent6>
      <a:hlink>
        <a:srgbClr val="2B71B9"/>
      </a:hlink>
      <a:folHlink>
        <a:srgbClr val="41B6E6"/>
      </a:folHlink>
    </a:clrScheme>
    <a:fontScheme name="Custom 2">
      <a:majorFont>
        <a:latin typeface="Trade Gothic Next"/>
        <a:ea typeface=""/>
        <a:cs typeface=""/>
      </a:majorFont>
      <a:minorFont>
        <a:latin typeface="Trade Gothic N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entum PPT Template V2.potx" id="{0B8A92E2-A536-4F48-8E80-5BADCBAAF834}" vid="{CB822324-D05D-4D8A-8286-BE1248389B8B}"/>
    </a:ext>
  </a:extLst>
</a:theme>
</file>

<file path=ppt/theme/theme3.xml><?xml version="1.0" encoding="utf-8"?>
<a:theme xmlns:a="http://schemas.openxmlformats.org/drawingml/2006/main" name="Agenda Slides">
  <a:themeElements>
    <a:clrScheme name="Amentum-2024">
      <a:dk1>
        <a:srgbClr val="000000"/>
      </a:dk1>
      <a:lt1>
        <a:srgbClr val="FFFFFF"/>
      </a:lt1>
      <a:dk2>
        <a:srgbClr val="046A38"/>
      </a:dk2>
      <a:lt2>
        <a:srgbClr val="EEF0F1"/>
      </a:lt2>
      <a:accent1>
        <a:srgbClr val="046A38"/>
      </a:accent1>
      <a:accent2>
        <a:srgbClr val="39B54A"/>
      </a:accent2>
      <a:accent3>
        <a:srgbClr val="000000"/>
      </a:accent3>
      <a:accent4>
        <a:srgbClr val="53575A"/>
      </a:accent4>
      <a:accent5>
        <a:srgbClr val="EEF0F1"/>
      </a:accent5>
      <a:accent6>
        <a:srgbClr val="2B71B9"/>
      </a:accent6>
      <a:hlink>
        <a:srgbClr val="2B71B9"/>
      </a:hlink>
      <a:folHlink>
        <a:srgbClr val="41B6E6"/>
      </a:folHlink>
    </a:clrScheme>
    <a:fontScheme name="Custom 2">
      <a:majorFont>
        <a:latin typeface="Trade Gothic Next"/>
        <a:ea typeface=""/>
        <a:cs typeface=""/>
      </a:majorFont>
      <a:minorFont>
        <a:latin typeface="Trade Gothic N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entum PPT Template V2.potx" id="{0B8A92E2-A536-4F48-8E80-5BADCBAAF834}" vid="{E363E55A-8AD9-456A-B46C-9E661C5AB75D}"/>
    </a:ext>
  </a:extLst>
</a:theme>
</file>

<file path=ppt/theme/theme4.xml><?xml version="1.0" encoding="utf-8"?>
<a:theme xmlns:a="http://schemas.openxmlformats.org/drawingml/2006/main" name="Content Slides">
  <a:themeElements>
    <a:clrScheme name="Amentum-2024">
      <a:dk1>
        <a:srgbClr val="000000"/>
      </a:dk1>
      <a:lt1>
        <a:srgbClr val="FFFFFF"/>
      </a:lt1>
      <a:dk2>
        <a:srgbClr val="046A38"/>
      </a:dk2>
      <a:lt2>
        <a:srgbClr val="EEF0F1"/>
      </a:lt2>
      <a:accent1>
        <a:srgbClr val="046A38"/>
      </a:accent1>
      <a:accent2>
        <a:srgbClr val="39B54A"/>
      </a:accent2>
      <a:accent3>
        <a:srgbClr val="000000"/>
      </a:accent3>
      <a:accent4>
        <a:srgbClr val="53575A"/>
      </a:accent4>
      <a:accent5>
        <a:srgbClr val="EEF0F1"/>
      </a:accent5>
      <a:accent6>
        <a:srgbClr val="2B71B9"/>
      </a:accent6>
      <a:hlink>
        <a:srgbClr val="2B71B9"/>
      </a:hlink>
      <a:folHlink>
        <a:srgbClr val="41B6E6"/>
      </a:folHlink>
    </a:clrScheme>
    <a:fontScheme name="Custom 2">
      <a:majorFont>
        <a:latin typeface="Trade Gothic Next"/>
        <a:ea typeface=""/>
        <a:cs typeface=""/>
      </a:majorFont>
      <a:minorFont>
        <a:latin typeface="Trade Gothic N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entum PPT Template V2.potx" id="{0B8A92E2-A536-4F48-8E80-5BADCBAAF834}" vid="{CEFBE211-0980-4F96-A436-0CADF4C70312}"/>
    </a:ext>
  </a:extLst>
</a:theme>
</file>

<file path=ppt/theme/theme5.xml><?xml version="1.0" encoding="utf-8"?>
<a:theme xmlns:a="http://schemas.openxmlformats.org/drawingml/2006/main" name="Divider Slides">
  <a:themeElements>
    <a:clrScheme name="Amentum-2024">
      <a:dk1>
        <a:srgbClr val="000000"/>
      </a:dk1>
      <a:lt1>
        <a:srgbClr val="FFFFFF"/>
      </a:lt1>
      <a:dk2>
        <a:srgbClr val="046A38"/>
      </a:dk2>
      <a:lt2>
        <a:srgbClr val="EEF0F1"/>
      </a:lt2>
      <a:accent1>
        <a:srgbClr val="046A38"/>
      </a:accent1>
      <a:accent2>
        <a:srgbClr val="39B54A"/>
      </a:accent2>
      <a:accent3>
        <a:srgbClr val="000000"/>
      </a:accent3>
      <a:accent4>
        <a:srgbClr val="53575A"/>
      </a:accent4>
      <a:accent5>
        <a:srgbClr val="EEF0F1"/>
      </a:accent5>
      <a:accent6>
        <a:srgbClr val="2B71B9"/>
      </a:accent6>
      <a:hlink>
        <a:srgbClr val="2B71B9"/>
      </a:hlink>
      <a:folHlink>
        <a:srgbClr val="41B6E6"/>
      </a:folHlink>
    </a:clrScheme>
    <a:fontScheme name="Custom 2">
      <a:majorFont>
        <a:latin typeface="Trade Gothic Next"/>
        <a:ea typeface=""/>
        <a:cs typeface=""/>
      </a:majorFont>
      <a:minorFont>
        <a:latin typeface="Trade Gothic N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entum PPT Template V2.potx" id="{0B8A92E2-A536-4F48-8E80-5BADCBAAF834}" vid="{3C5AE4A9-CDD4-4365-B74F-33CFE020A79C}"/>
    </a:ext>
  </a:extLst>
</a:theme>
</file>

<file path=ppt/theme/theme6.xml><?xml version="1.0" encoding="utf-8"?>
<a:theme xmlns:a="http://schemas.openxmlformats.org/drawingml/2006/main" name="Closing Slides">
  <a:themeElements>
    <a:clrScheme name="Amentum-2024">
      <a:dk1>
        <a:srgbClr val="000000"/>
      </a:dk1>
      <a:lt1>
        <a:srgbClr val="FFFFFF"/>
      </a:lt1>
      <a:dk2>
        <a:srgbClr val="046A38"/>
      </a:dk2>
      <a:lt2>
        <a:srgbClr val="EEF0F1"/>
      </a:lt2>
      <a:accent1>
        <a:srgbClr val="046A38"/>
      </a:accent1>
      <a:accent2>
        <a:srgbClr val="39B54A"/>
      </a:accent2>
      <a:accent3>
        <a:srgbClr val="000000"/>
      </a:accent3>
      <a:accent4>
        <a:srgbClr val="53575A"/>
      </a:accent4>
      <a:accent5>
        <a:srgbClr val="EEF0F1"/>
      </a:accent5>
      <a:accent6>
        <a:srgbClr val="2B71B9"/>
      </a:accent6>
      <a:hlink>
        <a:srgbClr val="2B71B9"/>
      </a:hlink>
      <a:folHlink>
        <a:srgbClr val="41B6E6"/>
      </a:folHlink>
    </a:clrScheme>
    <a:fontScheme name="Custom 2">
      <a:majorFont>
        <a:latin typeface="Trade Gothic Next"/>
        <a:ea typeface=""/>
        <a:cs typeface=""/>
      </a:majorFont>
      <a:minorFont>
        <a:latin typeface="Trade Gothic N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entum PPT Template V2.potx" id="{0B8A92E2-A536-4F48-8E80-5BADCBAAF834}" vid="{E54E9EEA-A787-452B-A5B7-E6165241E9DD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16b93b-caee-4812-893f-bb518492bf2b" xsi:nil="true"/>
    <lcf76f155ced4ddcb4097134ff3c332f xmlns="8c4df1bc-95a4-4abb-b081-190cee72391f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51C85D39B5E144B4DF78E8459BF0C9" ma:contentTypeVersion="10" ma:contentTypeDescription="Create a new document." ma:contentTypeScope="" ma:versionID="96001490c3a31c3846c79ec9cab58fb7">
  <xsd:schema xmlns:xsd="http://www.w3.org/2001/XMLSchema" xmlns:xs="http://www.w3.org/2001/XMLSchema" xmlns:p="http://schemas.microsoft.com/office/2006/metadata/properties" xmlns:ns2="8c4df1bc-95a4-4abb-b081-190cee72391f" xmlns:ns3="9316b93b-caee-4812-893f-bb518492bf2b" targetNamespace="http://schemas.microsoft.com/office/2006/metadata/properties" ma:root="true" ma:fieldsID="81c4f7362652e873a63e4adc8e8cb315" ns2:_="" ns3:_="">
    <xsd:import namespace="8c4df1bc-95a4-4abb-b081-190cee72391f"/>
    <xsd:import namespace="9316b93b-caee-4812-893f-bb518492bf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4df1bc-95a4-4abb-b081-190cee7239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401ce0b-067e-430d-a887-2fdc4be324f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16b93b-caee-4812-893f-bb518492bf2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d1eb47b-db94-43a3-aff3-0fb065e1ea1a}" ma:internalName="TaxCatchAll" ma:showField="CatchAllData" ma:web="9316b93b-caee-4812-893f-bb518492bf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3FC4276-CA62-4ED7-9B1A-5709E9D1AD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BA1EFA-DB54-4C99-B444-ADCFC3D15293}">
  <ds:schemaRefs>
    <ds:schemaRef ds:uri="http://purl.org/dc/terms/"/>
    <ds:schemaRef ds:uri="9316b93b-caee-4812-893f-bb518492bf2b"/>
    <ds:schemaRef ds:uri="http://purl.org/dc/elements/1.1/"/>
    <ds:schemaRef ds:uri="8c4df1bc-95a4-4abb-b081-190cee72391f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0E6D8F22-C3FA-4886-81CA-0122A7392C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4df1bc-95a4-4abb-b081-190cee72391f"/>
    <ds:schemaRef ds:uri="9316b93b-caee-4812-893f-bb518492bf2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Amentum PPT Template (1)</Template>
  <TotalTime>0</TotalTime>
  <Words>144</Words>
  <Application>Microsoft Office PowerPoint</Application>
  <PresentationFormat>Widescreen</PresentationFormat>
  <Paragraphs>15</Paragraphs>
  <Slides>9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Calibri</vt:lpstr>
      <vt:lpstr>Trade Gothic Next</vt:lpstr>
      <vt:lpstr>Trade Gothic Next Light</vt:lpstr>
      <vt:lpstr>Wingdings</vt:lpstr>
      <vt:lpstr>Title Slides</vt:lpstr>
      <vt:lpstr>Title Slides - Business Sector</vt:lpstr>
      <vt:lpstr>Agenda Slides</vt:lpstr>
      <vt:lpstr>Content Slides</vt:lpstr>
      <vt:lpstr>Divider Slides</vt:lpstr>
      <vt:lpstr>Closing Slides</vt:lpstr>
      <vt:lpstr>CTO Offsite May 2026</vt:lpstr>
      <vt:lpstr>Connecting Employees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Color Palette</vt:lpstr>
      <vt:lpstr>Sample charts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Rourke, Darren</dc:creator>
  <cp:lastModifiedBy>Rourke, Darren</cp:lastModifiedBy>
  <cp:revision>1</cp:revision>
  <dcterms:created xsi:type="dcterms:W3CDTF">2026-05-28T13:32:06Z</dcterms:created>
  <dcterms:modified xsi:type="dcterms:W3CDTF">2026-05-28T13:32:37Z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MSIP_Label_4c52bb78-b785-4d5a-8181-ae732e0da257_Enabled">
    <vt:lpwstr>true</vt:lpwstr>
  </property>
  <property fmtid="{D5CDD505-2E9C-101B-9397-08002B2CF9AE}" pid="4" name="MSIP_Label_4c52bb78-b785-4d5a-8181-ae732e0da257_SetDate">
    <vt:lpwstr>2024-08-07T19:41:37Z</vt:lpwstr>
  </property>
  <property fmtid="{D5CDD505-2E9C-101B-9397-08002B2CF9AE}" pid="5" name="MSIP_Label_4c52bb78-b785-4d5a-8181-ae732e0da257_Method">
    <vt:lpwstr>Privileged</vt:lpwstr>
  </property>
  <property fmtid="{D5CDD505-2E9C-101B-9397-08002B2CF9AE}" pid="6" name="MSIP_Label_4c52bb78-b785-4d5a-8181-ae732e0da257_Name">
    <vt:lpwstr>4c52bb78-b785-4d5a-8181-ae732e0da257</vt:lpwstr>
  </property>
  <property fmtid="{D5CDD505-2E9C-101B-9397-08002B2CF9AE}" pid="7" name="MSIP_Label_4c52bb78-b785-4d5a-8181-ae732e0da257_SiteId">
    <vt:lpwstr>37247798-f42c-42fd-8a37-d49c7128d36b</vt:lpwstr>
  </property>
  <property fmtid="{D5CDD505-2E9C-101B-9397-08002B2CF9AE}" pid="8" name="MSIP_Label_4c52bb78-b785-4d5a-8181-ae732e0da257_ActionId">
    <vt:lpwstr>6526eaec-b957-4a2a-a32c-8d999c8b7e0c</vt:lpwstr>
  </property>
  <property fmtid="{D5CDD505-2E9C-101B-9397-08002B2CF9AE}" pid="9" name="MSIP_Label_4c52bb78-b785-4d5a-8181-ae732e0da257_ContentBits">
    <vt:lpwstr>0</vt:lpwstr>
  </property>
  <property fmtid="{D5CDD505-2E9C-101B-9397-08002B2CF9AE}" pid="10" name="ContentTypeId">
    <vt:lpwstr>0x010100CF51C85D39B5E144B4DF78E8459BF0C9</vt:lpwstr>
  </property>
  <property fmtid="{D5CDD505-2E9C-101B-9397-08002B2CF9AE}" pid="11" name="MSIP_Label_44d4648e-babb-4cad-820a-ebf82d1a5617_Enabled">
    <vt:lpwstr>true</vt:lpwstr>
  </property>
  <property fmtid="{D5CDD505-2E9C-101B-9397-08002B2CF9AE}" pid="12" name="MSIP_Label_44d4648e-babb-4cad-820a-ebf82d1a5617_SetDate">
    <vt:lpwstr>2025-11-05T20:42:10Z</vt:lpwstr>
  </property>
  <property fmtid="{D5CDD505-2E9C-101B-9397-08002B2CF9AE}" pid="13" name="MSIP_Label_44d4648e-babb-4cad-820a-ebf82d1a5617_Method">
    <vt:lpwstr>Privileged</vt:lpwstr>
  </property>
  <property fmtid="{D5CDD505-2E9C-101B-9397-08002B2CF9AE}" pid="14" name="MSIP_Label_44d4648e-babb-4cad-820a-ebf82d1a5617_Name">
    <vt:lpwstr>Amentum – Internal</vt:lpwstr>
  </property>
  <property fmtid="{D5CDD505-2E9C-101B-9397-08002B2CF9AE}" pid="15" name="MSIP_Label_44d4648e-babb-4cad-820a-ebf82d1a5617_SiteId">
    <vt:lpwstr>c35286b9-d1b3-4008-9a9f-f2005aaaaa30</vt:lpwstr>
  </property>
  <property fmtid="{D5CDD505-2E9C-101B-9397-08002B2CF9AE}" pid="16" name="MSIP_Label_44d4648e-babb-4cad-820a-ebf82d1a5617_ActionId">
    <vt:lpwstr>06d957a5-e024-4b0c-b62b-65b77988f781</vt:lpwstr>
  </property>
  <property fmtid="{D5CDD505-2E9C-101B-9397-08002B2CF9AE}" pid="17" name="MSIP_Label_44d4648e-babb-4cad-820a-ebf82d1a5617_ContentBits">
    <vt:lpwstr>0</vt:lpwstr>
  </property>
  <property fmtid="{D5CDD505-2E9C-101B-9397-08002B2CF9AE}" pid="18" name="MSIP_Label_44d4648e-babb-4cad-820a-ebf82d1a5617_Tag">
    <vt:lpwstr>10, 0, 1, 1</vt:lpwstr>
  </property>
</Properties>
</file>